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0275213" cy="42803763"/>
  <p:notesSz cx="6858000" cy="9144000"/>
  <p:defaultTextStyle>
    <a:defPPr>
      <a:defRPr lang="de-DE"/>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3481">
          <p15:clr>
            <a:srgbClr val="A4A3A4"/>
          </p15:clr>
        </p15:guide>
        <p15:guide id="2" pos="953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84FF7B"/>
    <a:srgbClr val="07FFFB"/>
    <a:srgbClr val="D0F6F6"/>
    <a:srgbClr val="AFEF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99"/>
    <p:restoredTop sz="95887"/>
  </p:normalViewPr>
  <p:slideViewPr>
    <p:cSldViewPr>
      <p:cViewPr>
        <p:scale>
          <a:sx n="26" d="100"/>
          <a:sy n="26" d="100"/>
        </p:scale>
        <p:origin x="2656" y="-1480"/>
      </p:cViewPr>
      <p:guideLst>
        <p:guide orient="horz" pos="13481"/>
        <p:guide pos="9535"/>
      </p:guideLst>
    </p:cSldViewPr>
  </p:slideViewPr>
  <p:outlineViewPr>
    <p:cViewPr>
      <p:scale>
        <a:sx n="100" d="100"/>
        <a:sy n="100" d="100"/>
      </p:scale>
      <p:origin x="0" y="0"/>
    </p:cViewPr>
  </p:outlin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8529DD-5C42-9C49-A7A3-0B2E51ADCAFC}" type="datetimeFigureOut">
              <a:rPr lang="en-US" smtClean="0"/>
              <a:t>11/25/25</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29ADBE-3D52-AC48-BB99-D1A2E4321B4A}" type="slidenum">
              <a:rPr lang="en-US" smtClean="0"/>
              <a:t>‹#›</a:t>
            </a:fld>
            <a:endParaRPr lang="en-US"/>
          </a:p>
        </p:txBody>
      </p:sp>
    </p:spTree>
    <p:extLst>
      <p:ext uri="{BB962C8B-B14F-4D97-AF65-F5344CB8AC3E}">
        <p14:creationId xmlns:p14="http://schemas.microsoft.com/office/powerpoint/2010/main" val="411247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29ADBE-3D52-AC48-BB99-D1A2E4321B4A}" type="slidenum">
              <a:rPr lang="en-US" smtClean="0"/>
              <a:t>1</a:t>
            </a:fld>
            <a:endParaRPr lang="en-US"/>
          </a:p>
        </p:txBody>
      </p:sp>
    </p:spTree>
    <p:extLst>
      <p:ext uri="{BB962C8B-B14F-4D97-AF65-F5344CB8AC3E}">
        <p14:creationId xmlns:p14="http://schemas.microsoft.com/office/powerpoint/2010/main" val="3998816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2271435" y="13296900"/>
            <a:ext cx="25733932" cy="9175750"/>
          </a:xfrm>
        </p:spPr>
        <p:txBody>
          <a:bodyPr/>
          <a:lstStyle/>
          <a:p>
            <a:r>
              <a:rPr lang="de-DE"/>
              <a:t>Mastertitelformat bearbeiten</a:t>
            </a:r>
          </a:p>
        </p:txBody>
      </p:sp>
      <p:sp>
        <p:nvSpPr>
          <p:cNvPr id="3" name="Untertitel 2"/>
          <p:cNvSpPr>
            <a:spLocks noGrp="1"/>
          </p:cNvSpPr>
          <p:nvPr>
            <p:ph type="subTitle" idx="1"/>
          </p:nvPr>
        </p:nvSpPr>
        <p:spPr>
          <a:xfrm>
            <a:off x="4541283" y="24255413"/>
            <a:ext cx="21192649" cy="109394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a:t>Master-Untertitelformat bearbeiten</a:t>
            </a:r>
          </a:p>
        </p:txBody>
      </p:sp>
      <p:sp>
        <p:nvSpPr>
          <p:cNvPr id="4" name="Rectangle 4">
            <a:extLst>
              <a:ext uri="{FF2B5EF4-FFF2-40B4-BE49-F238E27FC236}">
                <a16:creationId xmlns:a16="http://schemas.microsoft.com/office/drawing/2014/main" id="{291A82DB-B1AE-4946-E2EF-65EC0558B8B7}"/>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83E4E811-02BB-F85D-F574-838CC308DE19}"/>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16E6424E-7D0A-726B-1531-3D158FA6C39D}"/>
              </a:ext>
            </a:extLst>
          </p:cNvPr>
          <p:cNvSpPr>
            <a:spLocks noGrp="1" noChangeArrowheads="1"/>
          </p:cNvSpPr>
          <p:nvPr>
            <p:ph type="sldNum" sz="quarter" idx="12"/>
          </p:nvPr>
        </p:nvSpPr>
        <p:spPr>
          <a:ln/>
        </p:spPr>
        <p:txBody>
          <a:bodyPr/>
          <a:lstStyle>
            <a:lvl1pPr>
              <a:defRPr/>
            </a:lvl1pPr>
          </a:lstStyle>
          <a:p>
            <a:fld id="{6169A66E-5714-B441-8665-D02AE9D94B8B}" type="slidenum">
              <a:rPr lang="de-DE" altLang="en-US"/>
              <a:pPr/>
              <a:t>‹#›</a:t>
            </a:fld>
            <a:endParaRPr lang="de-DE" altLang="en-US"/>
          </a:p>
        </p:txBody>
      </p:sp>
    </p:spTree>
    <p:extLst>
      <p:ext uri="{BB962C8B-B14F-4D97-AF65-F5344CB8AC3E}">
        <p14:creationId xmlns:p14="http://schemas.microsoft.com/office/powerpoint/2010/main" val="3821961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D29C20EA-2AF2-817F-AEA4-8FD9769686EE}"/>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FEC53D1A-B009-981C-2EA7-35393C6E3334}"/>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DF82C5D-4092-6DB7-F25B-55F60E7ED39D}"/>
              </a:ext>
            </a:extLst>
          </p:cNvPr>
          <p:cNvSpPr>
            <a:spLocks noGrp="1" noChangeArrowheads="1"/>
          </p:cNvSpPr>
          <p:nvPr>
            <p:ph type="sldNum" sz="quarter" idx="12"/>
          </p:nvPr>
        </p:nvSpPr>
        <p:spPr>
          <a:ln/>
        </p:spPr>
        <p:txBody>
          <a:bodyPr/>
          <a:lstStyle>
            <a:lvl1pPr>
              <a:defRPr/>
            </a:lvl1pPr>
          </a:lstStyle>
          <a:p>
            <a:fld id="{A357A146-A5B8-FD4D-AF7C-09C001205BB9}" type="slidenum">
              <a:rPr lang="de-DE" altLang="en-US"/>
              <a:pPr/>
              <a:t>‹#›</a:t>
            </a:fld>
            <a:endParaRPr lang="de-DE" altLang="en-US"/>
          </a:p>
        </p:txBody>
      </p:sp>
    </p:spTree>
    <p:extLst>
      <p:ext uri="{BB962C8B-B14F-4D97-AF65-F5344CB8AC3E}">
        <p14:creationId xmlns:p14="http://schemas.microsoft.com/office/powerpoint/2010/main" val="225662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2392155" y="27505026"/>
            <a:ext cx="25733932" cy="8501063"/>
          </a:xfrm>
        </p:spPr>
        <p:txBody>
          <a:bodyPr anchor="t"/>
          <a:lstStyle>
            <a:lvl1pPr algn="l">
              <a:defRPr sz="4000" b="1" cap="all"/>
            </a:lvl1pPr>
          </a:lstStyle>
          <a:p>
            <a:r>
              <a:rPr lang="de-DE"/>
              <a:t>Mastertitelformat bearbeiten</a:t>
            </a:r>
          </a:p>
        </p:txBody>
      </p:sp>
      <p:sp>
        <p:nvSpPr>
          <p:cNvPr id="3" name="Textplatzhalter 2"/>
          <p:cNvSpPr>
            <a:spLocks noGrp="1"/>
          </p:cNvSpPr>
          <p:nvPr>
            <p:ph type="body" idx="1"/>
          </p:nvPr>
        </p:nvSpPr>
        <p:spPr>
          <a:xfrm>
            <a:off x="2392155" y="18141951"/>
            <a:ext cx="25733932" cy="93630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Mastertextformat bearbeiten</a:t>
            </a:r>
          </a:p>
        </p:txBody>
      </p:sp>
      <p:sp>
        <p:nvSpPr>
          <p:cNvPr id="4" name="Rectangle 4">
            <a:extLst>
              <a:ext uri="{FF2B5EF4-FFF2-40B4-BE49-F238E27FC236}">
                <a16:creationId xmlns:a16="http://schemas.microsoft.com/office/drawing/2014/main" id="{9FF2F1BA-2282-33F1-E563-4C9B51738167}"/>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7331F209-4F02-BEE5-1C03-EE6B17D6B2F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90D205C-BC83-3902-1149-62B2D7715DB7}"/>
              </a:ext>
            </a:extLst>
          </p:cNvPr>
          <p:cNvSpPr>
            <a:spLocks noGrp="1" noChangeArrowheads="1"/>
          </p:cNvSpPr>
          <p:nvPr>
            <p:ph type="sldNum" sz="quarter" idx="12"/>
          </p:nvPr>
        </p:nvSpPr>
        <p:spPr>
          <a:ln/>
        </p:spPr>
        <p:txBody>
          <a:bodyPr/>
          <a:lstStyle>
            <a:lvl1pPr>
              <a:defRPr/>
            </a:lvl1pPr>
          </a:lstStyle>
          <a:p>
            <a:fld id="{F431B53C-0B9B-6E4B-85DF-336867A5FBDA}" type="slidenum">
              <a:rPr lang="de-DE" altLang="en-US"/>
              <a:pPr/>
              <a:t>‹#›</a:t>
            </a:fld>
            <a:endParaRPr lang="de-DE" altLang="en-US"/>
          </a:p>
        </p:txBody>
      </p:sp>
    </p:spTree>
    <p:extLst>
      <p:ext uri="{BB962C8B-B14F-4D97-AF65-F5344CB8AC3E}">
        <p14:creationId xmlns:p14="http://schemas.microsoft.com/office/powerpoint/2010/main" val="391171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2271435" y="12365039"/>
            <a:ext cx="12789927" cy="25682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15213851" y="12365039"/>
            <a:ext cx="12791516" cy="25682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4">
            <a:extLst>
              <a:ext uri="{FF2B5EF4-FFF2-40B4-BE49-F238E27FC236}">
                <a16:creationId xmlns:a16="http://schemas.microsoft.com/office/drawing/2014/main" id="{3E29197A-FD46-3EFF-B4D6-2D7DF5F8BF28}"/>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C55FF186-696D-7F62-F3D2-93B80BD2C74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831D7817-309D-5F72-3EE6-93FB52C83DF5}"/>
              </a:ext>
            </a:extLst>
          </p:cNvPr>
          <p:cNvSpPr>
            <a:spLocks noGrp="1" noChangeArrowheads="1"/>
          </p:cNvSpPr>
          <p:nvPr>
            <p:ph type="sldNum" sz="quarter" idx="12"/>
          </p:nvPr>
        </p:nvSpPr>
        <p:spPr>
          <a:ln/>
        </p:spPr>
        <p:txBody>
          <a:bodyPr/>
          <a:lstStyle>
            <a:lvl1pPr>
              <a:defRPr/>
            </a:lvl1pPr>
          </a:lstStyle>
          <a:p>
            <a:fld id="{D604C990-0E86-0A49-9E14-FEE1A268B60E}" type="slidenum">
              <a:rPr lang="de-DE" altLang="en-US"/>
              <a:pPr/>
              <a:t>‹#›</a:t>
            </a:fld>
            <a:endParaRPr lang="de-DE" altLang="en-US"/>
          </a:p>
        </p:txBody>
      </p:sp>
    </p:spTree>
    <p:extLst>
      <p:ext uri="{BB962C8B-B14F-4D97-AF65-F5344CB8AC3E}">
        <p14:creationId xmlns:p14="http://schemas.microsoft.com/office/powerpoint/2010/main" val="3668697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1513762" y="1714501"/>
            <a:ext cx="27247692" cy="7134225"/>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1513762" y="9580563"/>
            <a:ext cx="13376052" cy="39941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1513762" y="13574713"/>
            <a:ext cx="13376052" cy="246618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15379046" y="9580563"/>
            <a:ext cx="13382407" cy="39941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15379046" y="13574713"/>
            <a:ext cx="13382407" cy="246618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Rectangle 4">
            <a:extLst>
              <a:ext uri="{FF2B5EF4-FFF2-40B4-BE49-F238E27FC236}">
                <a16:creationId xmlns:a16="http://schemas.microsoft.com/office/drawing/2014/main" id="{AE1FCF45-6BA7-C8BD-F425-4769EB48D8E7}"/>
              </a:ext>
            </a:extLst>
          </p:cNvPr>
          <p:cNvSpPr>
            <a:spLocks noGrp="1" noChangeArrowheads="1"/>
          </p:cNvSpPr>
          <p:nvPr>
            <p:ph type="dt" sz="half" idx="10"/>
          </p:nvPr>
        </p:nvSpPr>
        <p:spPr>
          <a:ln/>
        </p:spPr>
        <p:txBody>
          <a:bodyPr/>
          <a:lstStyle>
            <a:lvl1pPr>
              <a:defRPr/>
            </a:lvl1pPr>
          </a:lstStyle>
          <a:p>
            <a:pPr>
              <a:defRPr/>
            </a:pPr>
            <a:endParaRPr lang="de-DE"/>
          </a:p>
        </p:txBody>
      </p:sp>
      <p:sp>
        <p:nvSpPr>
          <p:cNvPr id="8" name="Rectangle 5">
            <a:extLst>
              <a:ext uri="{FF2B5EF4-FFF2-40B4-BE49-F238E27FC236}">
                <a16:creationId xmlns:a16="http://schemas.microsoft.com/office/drawing/2014/main" id="{FE6303B8-9887-A1E2-45BC-ABC0738CD31F}"/>
              </a:ext>
            </a:extLst>
          </p:cNvPr>
          <p:cNvSpPr>
            <a:spLocks noGrp="1" noChangeArrowheads="1"/>
          </p:cNvSpPr>
          <p:nvPr>
            <p:ph type="ftr" sz="quarter" idx="11"/>
          </p:nvPr>
        </p:nvSpPr>
        <p:spPr>
          <a:ln/>
        </p:spPr>
        <p:txBody>
          <a:bodyPr/>
          <a:lstStyle>
            <a:lvl1pPr>
              <a:defRPr/>
            </a:lvl1pPr>
          </a:lstStyle>
          <a:p>
            <a:pPr>
              <a:defRPr/>
            </a:pPr>
            <a:endParaRPr lang="de-DE"/>
          </a:p>
        </p:txBody>
      </p:sp>
      <p:sp>
        <p:nvSpPr>
          <p:cNvPr id="9" name="Rectangle 6">
            <a:extLst>
              <a:ext uri="{FF2B5EF4-FFF2-40B4-BE49-F238E27FC236}">
                <a16:creationId xmlns:a16="http://schemas.microsoft.com/office/drawing/2014/main" id="{23DA68EE-075C-CE22-9C91-EB776E48098F}"/>
              </a:ext>
            </a:extLst>
          </p:cNvPr>
          <p:cNvSpPr>
            <a:spLocks noGrp="1" noChangeArrowheads="1"/>
          </p:cNvSpPr>
          <p:nvPr>
            <p:ph type="sldNum" sz="quarter" idx="12"/>
          </p:nvPr>
        </p:nvSpPr>
        <p:spPr>
          <a:ln/>
        </p:spPr>
        <p:txBody>
          <a:bodyPr/>
          <a:lstStyle>
            <a:lvl1pPr>
              <a:defRPr/>
            </a:lvl1pPr>
          </a:lstStyle>
          <a:p>
            <a:fld id="{8A8ADC20-42AE-E846-B2DF-BD1449E5DE68}" type="slidenum">
              <a:rPr lang="de-DE" altLang="en-US"/>
              <a:pPr/>
              <a:t>‹#›</a:t>
            </a:fld>
            <a:endParaRPr lang="de-DE" altLang="en-US"/>
          </a:p>
        </p:txBody>
      </p:sp>
    </p:spTree>
    <p:extLst>
      <p:ext uri="{BB962C8B-B14F-4D97-AF65-F5344CB8AC3E}">
        <p14:creationId xmlns:p14="http://schemas.microsoft.com/office/powerpoint/2010/main" val="3955372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Rectangle 4">
            <a:extLst>
              <a:ext uri="{FF2B5EF4-FFF2-40B4-BE49-F238E27FC236}">
                <a16:creationId xmlns:a16="http://schemas.microsoft.com/office/drawing/2014/main" id="{479B28DA-9D65-B66C-B67A-5CF632FA91AE}"/>
              </a:ext>
            </a:extLst>
          </p:cNvPr>
          <p:cNvSpPr>
            <a:spLocks noGrp="1" noChangeArrowheads="1"/>
          </p:cNvSpPr>
          <p:nvPr>
            <p:ph type="dt" sz="half" idx="10"/>
          </p:nvPr>
        </p:nvSpPr>
        <p:spPr>
          <a:ln/>
        </p:spPr>
        <p:txBody>
          <a:bodyPr/>
          <a:lstStyle>
            <a:lvl1pPr>
              <a:defRPr/>
            </a:lvl1pPr>
          </a:lstStyle>
          <a:p>
            <a:pPr>
              <a:defRPr/>
            </a:pPr>
            <a:endParaRPr lang="de-DE"/>
          </a:p>
        </p:txBody>
      </p:sp>
      <p:sp>
        <p:nvSpPr>
          <p:cNvPr id="4" name="Rectangle 5">
            <a:extLst>
              <a:ext uri="{FF2B5EF4-FFF2-40B4-BE49-F238E27FC236}">
                <a16:creationId xmlns:a16="http://schemas.microsoft.com/office/drawing/2014/main" id="{132708C9-569E-95D9-4E95-6C582505BF43}"/>
              </a:ext>
            </a:extLst>
          </p:cNvPr>
          <p:cNvSpPr>
            <a:spLocks noGrp="1" noChangeArrowheads="1"/>
          </p:cNvSpPr>
          <p:nvPr>
            <p:ph type="ftr" sz="quarter" idx="11"/>
          </p:nvPr>
        </p:nvSpPr>
        <p:spPr>
          <a:ln/>
        </p:spPr>
        <p:txBody>
          <a:bodyPr/>
          <a:lstStyle>
            <a:lvl1pPr>
              <a:defRPr/>
            </a:lvl1pPr>
          </a:lstStyle>
          <a:p>
            <a:pPr>
              <a:defRPr/>
            </a:pPr>
            <a:endParaRPr lang="de-DE"/>
          </a:p>
        </p:txBody>
      </p:sp>
      <p:sp>
        <p:nvSpPr>
          <p:cNvPr id="5" name="Rectangle 6">
            <a:extLst>
              <a:ext uri="{FF2B5EF4-FFF2-40B4-BE49-F238E27FC236}">
                <a16:creationId xmlns:a16="http://schemas.microsoft.com/office/drawing/2014/main" id="{32128155-8445-639F-A014-F0E92CA2902D}"/>
              </a:ext>
            </a:extLst>
          </p:cNvPr>
          <p:cNvSpPr>
            <a:spLocks noGrp="1" noChangeArrowheads="1"/>
          </p:cNvSpPr>
          <p:nvPr>
            <p:ph type="sldNum" sz="quarter" idx="12"/>
          </p:nvPr>
        </p:nvSpPr>
        <p:spPr>
          <a:ln/>
        </p:spPr>
        <p:txBody>
          <a:bodyPr/>
          <a:lstStyle>
            <a:lvl1pPr>
              <a:defRPr/>
            </a:lvl1pPr>
          </a:lstStyle>
          <a:p>
            <a:fld id="{01FC597C-98BD-DE4C-8FE1-2F514F5209B6}" type="slidenum">
              <a:rPr lang="de-DE" altLang="en-US"/>
              <a:pPr/>
              <a:t>‹#›</a:t>
            </a:fld>
            <a:endParaRPr lang="de-DE" altLang="en-US"/>
          </a:p>
        </p:txBody>
      </p:sp>
    </p:spTree>
    <p:extLst>
      <p:ext uri="{BB962C8B-B14F-4D97-AF65-F5344CB8AC3E}">
        <p14:creationId xmlns:p14="http://schemas.microsoft.com/office/powerpoint/2010/main" val="1275892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9B6EFFC-C476-2121-B7E2-699B895E7D48}"/>
              </a:ext>
            </a:extLst>
          </p:cNvPr>
          <p:cNvSpPr>
            <a:spLocks noGrp="1" noChangeArrowheads="1"/>
          </p:cNvSpPr>
          <p:nvPr>
            <p:ph type="dt" sz="half" idx="10"/>
          </p:nvPr>
        </p:nvSpPr>
        <p:spPr>
          <a:ln/>
        </p:spPr>
        <p:txBody>
          <a:bodyPr/>
          <a:lstStyle>
            <a:lvl1pPr>
              <a:defRPr/>
            </a:lvl1pPr>
          </a:lstStyle>
          <a:p>
            <a:pPr>
              <a:defRPr/>
            </a:pPr>
            <a:endParaRPr lang="de-DE"/>
          </a:p>
        </p:txBody>
      </p:sp>
      <p:sp>
        <p:nvSpPr>
          <p:cNvPr id="3" name="Rectangle 5">
            <a:extLst>
              <a:ext uri="{FF2B5EF4-FFF2-40B4-BE49-F238E27FC236}">
                <a16:creationId xmlns:a16="http://schemas.microsoft.com/office/drawing/2014/main" id="{6D890482-94D1-C92B-F998-649CD5F6E817}"/>
              </a:ext>
            </a:extLst>
          </p:cNvPr>
          <p:cNvSpPr>
            <a:spLocks noGrp="1" noChangeArrowheads="1"/>
          </p:cNvSpPr>
          <p:nvPr>
            <p:ph type="ftr" sz="quarter" idx="11"/>
          </p:nvPr>
        </p:nvSpPr>
        <p:spPr>
          <a:ln/>
        </p:spPr>
        <p:txBody>
          <a:bodyPr/>
          <a:lstStyle>
            <a:lvl1pPr>
              <a:defRPr/>
            </a:lvl1pPr>
          </a:lstStyle>
          <a:p>
            <a:pPr>
              <a:defRPr/>
            </a:pPr>
            <a:endParaRPr lang="de-DE"/>
          </a:p>
        </p:txBody>
      </p:sp>
      <p:sp>
        <p:nvSpPr>
          <p:cNvPr id="4" name="Rectangle 6">
            <a:extLst>
              <a:ext uri="{FF2B5EF4-FFF2-40B4-BE49-F238E27FC236}">
                <a16:creationId xmlns:a16="http://schemas.microsoft.com/office/drawing/2014/main" id="{8347EFC2-FD11-9AB1-6914-C707D8BCFA49}"/>
              </a:ext>
            </a:extLst>
          </p:cNvPr>
          <p:cNvSpPr>
            <a:spLocks noGrp="1" noChangeArrowheads="1"/>
          </p:cNvSpPr>
          <p:nvPr>
            <p:ph type="sldNum" sz="quarter" idx="12"/>
          </p:nvPr>
        </p:nvSpPr>
        <p:spPr>
          <a:ln/>
        </p:spPr>
        <p:txBody>
          <a:bodyPr/>
          <a:lstStyle>
            <a:lvl1pPr>
              <a:defRPr/>
            </a:lvl1pPr>
          </a:lstStyle>
          <a:p>
            <a:fld id="{A284E8C9-29EC-3D41-99E0-4F6E3D31533A}" type="slidenum">
              <a:rPr lang="de-DE" altLang="en-US"/>
              <a:pPr/>
              <a:t>‹#›</a:t>
            </a:fld>
            <a:endParaRPr lang="de-DE" altLang="en-US"/>
          </a:p>
        </p:txBody>
      </p:sp>
    </p:spTree>
    <p:extLst>
      <p:ext uri="{BB962C8B-B14F-4D97-AF65-F5344CB8AC3E}">
        <p14:creationId xmlns:p14="http://schemas.microsoft.com/office/powerpoint/2010/main" val="2559766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513761" y="1704975"/>
            <a:ext cx="9960958" cy="7251700"/>
          </a:xfrm>
        </p:spPr>
        <p:txBody>
          <a:bodyPr anchor="b"/>
          <a:lstStyle>
            <a:lvl1pPr algn="l">
              <a:defRPr sz="2000" b="1"/>
            </a:lvl1pPr>
          </a:lstStyle>
          <a:p>
            <a:r>
              <a:rPr lang="de-DE"/>
              <a:t>Mastertitelformat bearbeiten</a:t>
            </a:r>
          </a:p>
        </p:txBody>
      </p:sp>
      <p:sp>
        <p:nvSpPr>
          <p:cNvPr id="3" name="Inhaltsplatzhalter 2"/>
          <p:cNvSpPr>
            <a:spLocks noGrp="1"/>
          </p:cNvSpPr>
          <p:nvPr>
            <p:ph idx="1"/>
          </p:nvPr>
        </p:nvSpPr>
        <p:spPr>
          <a:xfrm>
            <a:off x="11836878" y="1704975"/>
            <a:ext cx="16924575" cy="365315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1513761" y="8956675"/>
            <a:ext cx="9960958" cy="292798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Rectangle 4">
            <a:extLst>
              <a:ext uri="{FF2B5EF4-FFF2-40B4-BE49-F238E27FC236}">
                <a16:creationId xmlns:a16="http://schemas.microsoft.com/office/drawing/2014/main" id="{5086E514-4E43-DF4E-3E78-36948F38EACD}"/>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DBDED11A-040F-5827-45D8-F54CE34E5EE9}"/>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1FD8BB2E-749A-2FBB-E555-ED2FDF889C64}"/>
              </a:ext>
            </a:extLst>
          </p:cNvPr>
          <p:cNvSpPr>
            <a:spLocks noGrp="1" noChangeArrowheads="1"/>
          </p:cNvSpPr>
          <p:nvPr>
            <p:ph type="sldNum" sz="quarter" idx="12"/>
          </p:nvPr>
        </p:nvSpPr>
        <p:spPr>
          <a:ln/>
        </p:spPr>
        <p:txBody>
          <a:bodyPr/>
          <a:lstStyle>
            <a:lvl1pPr>
              <a:defRPr/>
            </a:lvl1pPr>
          </a:lstStyle>
          <a:p>
            <a:fld id="{CD6373B2-185C-B146-990F-E6E825EB30A2}" type="slidenum">
              <a:rPr lang="de-DE" altLang="en-US"/>
              <a:pPr/>
              <a:t>‹#›</a:t>
            </a:fld>
            <a:endParaRPr lang="de-DE" altLang="en-US"/>
          </a:p>
        </p:txBody>
      </p:sp>
    </p:spTree>
    <p:extLst>
      <p:ext uri="{BB962C8B-B14F-4D97-AF65-F5344CB8AC3E}">
        <p14:creationId xmlns:p14="http://schemas.microsoft.com/office/powerpoint/2010/main" val="544813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5934323" y="29962475"/>
            <a:ext cx="18165128" cy="3536950"/>
          </a:xfrm>
        </p:spPr>
        <p:txBody>
          <a:bodyPr anchor="b"/>
          <a:lstStyle>
            <a:lvl1pPr algn="l">
              <a:defRPr sz="2000" b="1"/>
            </a:lvl1pPr>
          </a:lstStyle>
          <a:p>
            <a:r>
              <a:rPr lang="de-DE"/>
              <a:t>Mastertitelformat bearbeiten</a:t>
            </a:r>
          </a:p>
        </p:txBody>
      </p:sp>
      <p:sp>
        <p:nvSpPr>
          <p:cNvPr id="3" name="Bildplatzhalter 2"/>
          <p:cNvSpPr>
            <a:spLocks noGrp="1"/>
          </p:cNvSpPr>
          <p:nvPr>
            <p:ph type="pic" idx="1"/>
          </p:nvPr>
        </p:nvSpPr>
        <p:spPr>
          <a:xfrm>
            <a:off x="5934323" y="3824289"/>
            <a:ext cx="18165128" cy="256825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p:nvPr>
        </p:nvSpPr>
        <p:spPr>
          <a:xfrm>
            <a:off x="5934323" y="33499425"/>
            <a:ext cx="18165128" cy="50244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Rectangle 4">
            <a:extLst>
              <a:ext uri="{FF2B5EF4-FFF2-40B4-BE49-F238E27FC236}">
                <a16:creationId xmlns:a16="http://schemas.microsoft.com/office/drawing/2014/main" id="{93108817-66BD-6864-9273-D59EDF6CD05A}"/>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EC9DEF94-6E16-77EF-B1E4-CD1647C707E6}"/>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5B3ED498-C12D-D999-3B20-FB3300078F8B}"/>
              </a:ext>
            </a:extLst>
          </p:cNvPr>
          <p:cNvSpPr>
            <a:spLocks noGrp="1" noChangeArrowheads="1"/>
          </p:cNvSpPr>
          <p:nvPr>
            <p:ph type="sldNum" sz="quarter" idx="12"/>
          </p:nvPr>
        </p:nvSpPr>
        <p:spPr>
          <a:ln/>
        </p:spPr>
        <p:txBody>
          <a:bodyPr/>
          <a:lstStyle>
            <a:lvl1pPr>
              <a:defRPr/>
            </a:lvl1pPr>
          </a:lstStyle>
          <a:p>
            <a:fld id="{30C558BF-F187-E04B-9BC5-05A7498E1322}" type="slidenum">
              <a:rPr lang="de-DE" altLang="en-US"/>
              <a:pPr/>
              <a:t>‹#›</a:t>
            </a:fld>
            <a:endParaRPr lang="de-DE" altLang="en-US"/>
          </a:p>
        </p:txBody>
      </p:sp>
    </p:spTree>
    <p:extLst>
      <p:ext uri="{BB962C8B-B14F-4D97-AF65-F5344CB8AC3E}">
        <p14:creationId xmlns:p14="http://schemas.microsoft.com/office/powerpoint/2010/main" val="1576405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08B9F273-3BEE-EFD7-422F-3F4B00591602}"/>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7AD8730C-B466-81DD-018C-BA21A2F1CDE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3CF76BA-D194-1EA3-15F6-B173D06DB1A1}"/>
              </a:ext>
            </a:extLst>
          </p:cNvPr>
          <p:cNvSpPr>
            <a:spLocks noGrp="1" noChangeArrowheads="1"/>
          </p:cNvSpPr>
          <p:nvPr>
            <p:ph type="sldNum" sz="quarter" idx="12"/>
          </p:nvPr>
        </p:nvSpPr>
        <p:spPr>
          <a:ln/>
        </p:spPr>
        <p:txBody>
          <a:bodyPr/>
          <a:lstStyle>
            <a:lvl1pPr>
              <a:defRPr/>
            </a:lvl1pPr>
          </a:lstStyle>
          <a:p>
            <a:fld id="{E3B9F8F3-B8D3-AF47-8CFD-D437FF624FAB}" type="slidenum">
              <a:rPr lang="de-DE" altLang="en-US"/>
              <a:pPr/>
              <a:t>‹#›</a:t>
            </a:fld>
            <a:endParaRPr lang="de-DE" altLang="en-US"/>
          </a:p>
        </p:txBody>
      </p:sp>
    </p:spTree>
    <p:extLst>
      <p:ext uri="{BB962C8B-B14F-4D97-AF65-F5344CB8AC3E}">
        <p14:creationId xmlns:p14="http://schemas.microsoft.com/office/powerpoint/2010/main" val="560225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21572281" y="3805239"/>
            <a:ext cx="6433086" cy="34242375"/>
          </a:xfrm>
        </p:spPr>
        <p:txBody>
          <a:bodyPr vert="eaVert"/>
          <a:lstStyle/>
          <a:p>
            <a:r>
              <a:rPr lang="de-DE"/>
              <a:t>Mastertitelformat bearbeiten</a:t>
            </a:r>
          </a:p>
        </p:txBody>
      </p:sp>
      <p:sp>
        <p:nvSpPr>
          <p:cNvPr id="3" name="Vertikaler Textplatzhalter 2"/>
          <p:cNvSpPr>
            <a:spLocks noGrp="1"/>
          </p:cNvSpPr>
          <p:nvPr>
            <p:ph type="body" orient="vert" idx="1"/>
          </p:nvPr>
        </p:nvSpPr>
        <p:spPr>
          <a:xfrm>
            <a:off x="2271436" y="3805239"/>
            <a:ext cx="19148358" cy="34242375"/>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B851339E-EF6A-CA06-EC5E-41DD06CC29E5}"/>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12E16CD7-7463-649F-2A88-A7639CFA635B}"/>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EB4A1226-B4F3-FB01-2191-0CE3A2A3A702}"/>
              </a:ext>
            </a:extLst>
          </p:cNvPr>
          <p:cNvSpPr>
            <a:spLocks noGrp="1" noChangeArrowheads="1"/>
          </p:cNvSpPr>
          <p:nvPr>
            <p:ph type="sldNum" sz="quarter" idx="12"/>
          </p:nvPr>
        </p:nvSpPr>
        <p:spPr>
          <a:ln/>
        </p:spPr>
        <p:txBody>
          <a:bodyPr/>
          <a:lstStyle>
            <a:lvl1pPr>
              <a:defRPr/>
            </a:lvl1pPr>
          </a:lstStyle>
          <a:p>
            <a:fld id="{7C01EEEB-9005-6F42-B21D-35CEA4432628}" type="slidenum">
              <a:rPr lang="de-DE" altLang="en-US"/>
              <a:pPr/>
              <a:t>‹#›</a:t>
            </a:fld>
            <a:endParaRPr lang="de-DE" altLang="en-US"/>
          </a:p>
        </p:txBody>
      </p:sp>
    </p:spTree>
    <p:extLst>
      <p:ext uri="{BB962C8B-B14F-4D97-AF65-F5344CB8AC3E}">
        <p14:creationId xmlns:p14="http://schemas.microsoft.com/office/powerpoint/2010/main" val="2254278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EC56689-E0BE-542A-063E-F17780BB7FC0}"/>
              </a:ext>
            </a:extLst>
          </p:cNvPr>
          <p:cNvSpPr>
            <a:spLocks noGrp="1" noChangeArrowheads="1"/>
          </p:cNvSpPr>
          <p:nvPr>
            <p:ph type="title"/>
          </p:nvPr>
        </p:nvSpPr>
        <p:spPr bwMode="auto">
          <a:xfrm>
            <a:off x="2271713" y="3805238"/>
            <a:ext cx="25733375" cy="71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7488" tIns="208744" rIns="417488" bIns="208744" numCol="1" anchor="ctr" anchorCtr="0" compatLnSpc="1">
            <a:prstTxWarp prst="textNoShape">
              <a:avLst/>
            </a:prstTxWarp>
          </a:bodyPr>
          <a:lstStyle/>
          <a:p>
            <a:pPr lvl="0"/>
            <a:r>
              <a:rPr lang="de-DE" altLang="en-US"/>
              <a:t>Mastertitelformat bearbeiten</a:t>
            </a:r>
          </a:p>
        </p:txBody>
      </p:sp>
      <p:sp>
        <p:nvSpPr>
          <p:cNvPr id="1027" name="Rectangle 3">
            <a:extLst>
              <a:ext uri="{FF2B5EF4-FFF2-40B4-BE49-F238E27FC236}">
                <a16:creationId xmlns:a16="http://schemas.microsoft.com/office/drawing/2014/main" id="{EA16AB73-5BDB-46AB-AB38-82E17B2283F4}"/>
              </a:ext>
            </a:extLst>
          </p:cNvPr>
          <p:cNvSpPr>
            <a:spLocks noGrp="1" noChangeArrowheads="1"/>
          </p:cNvSpPr>
          <p:nvPr>
            <p:ph type="body" idx="1"/>
          </p:nvPr>
        </p:nvSpPr>
        <p:spPr bwMode="auto">
          <a:xfrm>
            <a:off x="2271713" y="12365038"/>
            <a:ext cx="25733375" cy="256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7488" tIns="208744" rIns="417488" bIns="208744" numCol="1" anchor="t" anchorCtr="0" compatLnSpc="1">
            <a:prstTxWarp prst="textNoShape">
              <a:avLst/>
            </a:prstTxWarp>
          </a:bodyPr>
          <a:lstStyle/>
          <a:p>
            <a:pPr lvl="0"/>
            <a:r>
              <a:rPr lang="de-DE" altLang="en-US"/>
              <a:t>Mastertextformat bearbeiten</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1028" name="Rectangle 4">
            <a:extLst>
              <a:ext uri="{FF2B5EF4-FFF2-40B4-BE49-F238E27FC236}">
                <a16:creationId xmlns:a16="http://schemas.microsoft.com/office/drawing/2014/main" id="{DA6ABE33-3DB5-C743-982E-132A123A15D1}"/>
              </a:ext>
            </a:extLst>
          </p:cNvPr>
          <p:cNvSpPr>
            <a:spLocks noGrp="1" noChangeArrowheads="1"/>
          </p:cNvSpPr>
          <p:nvPr>
            <p:ph type="dt" sz="half" idx="2"/>
          </p:nvPr>
        </p:nvSpPr>
        <p:spPr bwMode="auto">
          <a:xfrm>
            <a:off x="2271713" y="38998525"/>
            <a:ext cx="6305550"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defRPr sz="6400">
                <a:latin typeface="Arial" charset="0"/>
                <a:ea typeface="ＭＳ Ｐゴシック" pitchFamily="96" charset="-128"/>
                <a:cs typeface="ＭＳ Ｐゴシック" pitchFamily="96" charset="-128"/>
              </a:defRPr>
            </a:lvl1pPr>
          </a:lstStyle>
          <a:p>
            <a:pPr>
              <a:defRPr/>
            </a:pPr>
            <a:endParaRPr lang="de-DE"/>
          </a:p>
        </p:txBody>
      </p:sp>
      <p:sp>
        <p:nvSpPr>
          <p:cNvPr id="1029" name="Rectangle 5">
            <a:extLst>
              <a:ext uri="{FF2B5EF4-FFF2-40B4-BE49-F238E27FC236}">
                <a16:creationId xmlns:a16="http://schemas.microsoft.com/office/drawing/2014/main" id="{AEF744CB-0E83-254A-BBC5-D29F7A330B02}"/>
              </a:ext>
            </a:extLst>
          </p:cNvPr>
          <p:cNvSpPr>
            <a:spLocks noGrp="1" noChangeArrowheads="1"/>
          </p:cNvSpPr>
          <p:nvPr>
            <p:ph type="ftr" sz="quarter" idx="3"/>
          </p:nvPr>
        </p:nvSpPr>
        <p:spPr bwMode="auto">
          <a:xfrm>
            <a:off x="10344150" y="38998525"/>
            <a:ext cx="9586913"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lgn="ctr">
              <a:defRPr sz="6400">
                <a:latin typeface="Arial" charset="0"/>
                <a:ea typeface="ＭＳ Ｐゴシック" pitchFamily="96" charset="-128"/>
                <a:cs typeface="ＭＳ Ｐゴシック" pitchFamily="96" charset="-128"/>
              </a:defRPr>
            </a:lvl1pPr>
          </a:lstStyle>
          <a:p>
            <a:pPr>
              <a:defRPr/>
            </a:pPr>
            <a:endParaRPr lang="de-DE"/>
          </a:p>
        </p:txBody>
      </p:sp>
      <p:sp>
        <p:nvSpPr>
          <p:cNvPr id="1030" name="Rectangle 6">
            <a:extLst>
              <a:ext uri="{FF2B5EF4-FFF2-40B4-BE49-F238E27FC236}">
                <a16:creationId xmlns:a16="http://schemas.microsoft.com/office/drawing/2014/main" id="{A6C0CC14-A0FA-F84A-B0A2-30160D910A9B}"/>
              </a:ext>
            </a:extLst>
          </p:cNvPr>
          <p:cNvSpPr>
            <a:spLocks noGrp="1" noChangeArrowheads="1"/>
          </p:cNvSpPr>
          <p:nvPr>
            <p:ph type="sldNum" sz="quarter" idx="4"/>
          </p:nvPr>
        </p:nvSpPr>
        <p:spPr bwMode="auto">
          <a:xfrm>
            <a:off x="21697950" y="38998525"/>
            <a:ext cx="6307138"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lgn="r">
              <a:defRPr sz="6400"/>
            </a:lvl1pPr>
          </a:lstStyle>
          <a:p>
            <a:fld id="{6ADCCD56-346A-DF46-8387-B6EB15B6CF87}" type="slidenum">
              <a:rPr lang="de-DE" altLang="en-US"/>
              <a:pPr/>
              <a:t>‹#›</a:t>
            </a:fld>
            <a:endParaRPr lang="de-DE"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75125" rtl="0" eaLnBrk="0" fontAlgn="base" hangingPunct="0">
        <a:spcBef>
          <a:spcPct val="0"/>
        </a:spcBef>
        <a:spcAft>
          <a:spcPct val="0"/>
        </a:spcAft>
        <a:defRPr sz="20100">
          <a:solidFill>
            <a:schemeClr val="tx2"/>
          </a:solidFill>
          <a:latin typeface="+mj-lt"/>
          <a:ea typeface="+mj-ea"/>
          <a:cs typeface="+mj-cs"/>
        </a:defRPr>
      </a:lvl1pPr>
      <a:lvl2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2pPr>
      <a:lvl3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3pPr>
      <a:lvl4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4pPr>
      <a:lvl5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5pPr>
      <a:lvl6pPr marL="4572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6pPr>
      <a:lvl7pPr marL="9144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7pPr>
      <a:lvl8pPr marL="13716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8pPr>
      <a:lvl9pPr marL="18288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9pPr>
    </p:titleStyle>
    <p:bodyStyle>
      <a:lvl1pPr marL="1565275" indent="-1565275" algn="l" defTabSz="4175125" rtl="0" eaLnBrk="0" fontAlgn="base" hangingPunct="0">
        <a:spcBef>
          <a:spcPct val="20000"/>
        </a:spcBef>
        <a:spcAft>
          <a:spcPct val="0"/>
        </a:spcAft>
        <a:buChar char="•"/>
        <a:defRPr sz="14600">
          <a:solidFill>
            <a:schemeClr val="tx1"/>
          </a:solidFill>
          <a:latin typeface="+mn-lt"/>
          <a:ea typeface="+mn-ea"/>
          <a:cs typeface="+mn-cs"/>
        </a:defRPr>
      </a:lvl1pPr>
      <a:lvl2pPr marL="3392488" indent="-1304925" algn="l" defTabSz="4175125" rtl="0" eaLnBrk="0" fontAlgn="base" hangingPunct="0">
        <a:spcBef>
          <a:spcPct val="20000"/>
        </a:spcBef>
        <a:spcAft>
          <a:spcPct val="0"/>
        </a:spcAft>
        <a:buChar char="–"/>
        <a:defRPr sz="12800">
          <a:solidFill>
            <a:schemeClr val="tx1"/>
          </a:solidFill>
          <a:latin typeface="+mn-lt"/>
          <a:ea typeface="+mn-ea"/>
          <a:cs typeface="+mn-cs"/>
        </a:defRPr>
      </a:lvl2pPr>
      <a:lvl3pPr marL="5218113" indent="-1042988" algn="l" defTabSz="4175125" rtl="0" eaLnBrk="0" fontAlgn="base" hangingPunct="0">
        <a:spcBef>
          <a:spcPct val="20000"/>
        </a:spcBef>
        <a:spcAft>
          <a:spcPct val="0"/>
        </a:spcAft>
        <a:buChar char="•"/>
        <a:defRPr sz="11000">
          <a:solidFill>
            <a:schemeClr val="tx1"/>
          </a:solidFill>
          <a:latin typeface="+mn-lt"/>
          <a:ea typeface="+mn-ea"/>
          <a:cs typeface="+mn-cs"/>
        </a:defRPr>
      </a:lvl3pPr>
      <a:lvl4pPr marL="7305675" indent="-1042988" algn="l" defTabSz="4175125" rtl="0" eaLnBrk="0" fontAlgn="base" hangingPunct="0">
        <a:spcBef>
          <a:spcPct val="20000"/>
        </a:spcBef>
        <a:spcAft>
          <a:spcPct val="0"/>
        </a:spcAft>
        <a:buChar char="–"/>
        <a:defRPr sz="9100">
          <a:solidFill>
            <a:schemeClr val="tx1"/>
          </a:solidFill>
          <a:latin typeface="+mn-lt"/>
          <a:ea typeface="+mn-ea"/>
          <a:cs typeface="+mn-cs"/>
        </a:defRPr>
      </a:lvl4pPr>
      <a:lvl5pPr marL="9393238" indent="-1042988" algn="l" defTabSz="4175125" rtl="0" eaLnBrk="0" fontAlgn="base" hangingPunct="0">
        <a:spcBef>
          <a:spcPct val="20000"/>
        </a:spcBef>
        <a:spcAft>
          <a:spcPct val="0"/>
        </a:spcAft>
        <a:buChar char="»"/>
        <a:defRPr sz="9100">
          <a:solidFill>
            <a:schemeClr val="tx1"/>
          </a:solidFill>
          <a:latin typeface="+mn-lt"/>
          <a:ea typeface="+mn-ea"/>
          <a:cs typeface="+mn-cs"/>
        </a:defRPr>
      </a:lvl5pPr>
      <a:lvl6pPr marL="9850438" indent="-1042988" algn="l" defTabSz="4175125" rtl="0" fontAlgn="base">
        <a:spcBef>
          <a:spcPct val="20000"/>
        </a:spcBef>
        <a:spcAft>
          <a:spcPct val="0"/>
        </a:spcAft>
        <a:buChar char="»"/>
        <a:defRPr sz="9100">
          <a:solidFill>
            <a:schemeClr val="tx1"/>
          </a:solidFill>
          <a:latin typeface="+mn-lt"/>
          <a:ea typeface="+mn-ea"/>
          <a:cs typeface="+mn-cs"/>
        </a:defRPr>
      </a:lvl6pPr>
      <a:lvl7pPr marL="10307638" indent="-1042988" algn="l" defTabSz="4175125" rtl="0" fontAlgn="base">
        <a:spcBef>
          <a:spcPct val="20000"/>
        </a:spcBef>
        <a:spcAft>
          <a:spcPct val="0"/>
        </a:spcAft>
        <a:buChar char="»"/>
        <a:defRPr sz="9100">
          <a:solidFill>
            <a:schemeClr val="tx1"/>
          </a:solidFill>
          <a:latin typeface="+mn-lt"/>
          <a:ea typeface="+mn-ea"/>
          <a:cs typeface="+mn-cs"/>
        </a:defRPr>
      </a:lvl7pPr>
      <a:lvl8pPr marL="10764838" indent="-1042988" algn="l" defTabSz="4175125" rtl="0" fontAlgn="base">
        <a:spcBef>
          <a:spcPct val="20000"/>
        </a:spcBef>
        <a:spcAft>
          <a:spcPct val="0"/>
        </a:spcAft>
        <a:buChar char="»"/>
        <a:defRPr sz="9100">
          <a:solidFill>
            <a:schemeClr val="tx1"/>
          </a:solidFill>
          <a:latin typeface="+mn-lt"/>
          <a:ea typeface="+mn-ea"/>
          <a:cs typeface="+mn-cs"/>
        </a:defRPr>
      </a:lvl8pPr>
      <a:lvl9pPr marL="11222038" indent="-1042988" algn="l" defTabSz="4175125" rtl="0" fontAlgn="base">
        <a:spcBef>
          <a:spcPct val="20000"/>
        </a:spcBef>
        <a:spcAft>
          <a:spcPct val="0"/>
        </a:spcAft>
        <a:buChar char="»"/>
        <a:defRPr sz="91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29"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B5848C27-9722-9D45-60D5-6F1C55EC2D6E}"/>
              </a:ext>
            </a:extLst>
          </p:cNvPr>
          <p:cNvSpPr/>
          <p:nvPr/>
        </p:nvSpPr>
        <p:spPr bwMode="auto">
          <a:xfrm>
            <a:off x="27642003" y="13136604"/>
            <a:ext cx="1592238" cy="12537168"/>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endParaRPr>
          </a:p>
        </p:txBody>
      </p:sp>
      <p:sp>
        <p:nvSpPr>
          <p:cNvPr id="62" name="Rectangle 61">
            <a:extLst>
              <a:ext uri="{FF2B5EF4-FFF2-40B4-BE49-F238E27FC236}">
                <a16:creationId xmlns:a16="http://schemas.microsoft.com/office/drawing/2014/main" id="{09D5A6E7-C78D-5437-6CFE-782059B48B2D}"/>
              </a:ext>
            </a:extLst>
          </p:cNvPr>
          <p:cNvSpPr/>
          <p:nvPr/>
        </p:nvSpPr>
        <p:spPr bwMode="auto">
          <a:xfrm>
            <a:off x="23753571" y="13156770"/>
            <a:ext cx="2088233" cy="12517002"/>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endParaRPr>
          </a:p>
        </p:txBody>
      </p:sp>
      <p:sp>
        <p:nvSpPr>
          <p:cNvPr id="51" name="Rectangle 50">
            <a:extLst>
              <a:ext uri="{FF2B5EF4-FFF2-40B4-BE49-F238E27FC236}">
                <a16:creationId xmlns:a16="http://schemas.microsoft.com/office/drawing/2014/main" id="{FE9EC296-1D29-9AB8-3E57-3D02E9E75177}"/>
              </a:ext>
            </a:extLst>
          </p:cNvPr>
          <p:cNvSpPr/>
          <p:nvPr/>
        </p:nvSpPr>
        <p:spPr bwMode="auto">
          <a:xfrm>
            <a:off x="20096335" y="14160510"/>
            <a:ext cx="2747641" cy="11513262"/>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endParaRPr>
          </a:p>
        </p:txBody>
      </p:sp>
      <p:sp>
        <p:nvSpPr>
          <p:cNvPr id="50" name="Rectangle 49">
            <a:extLst>
              <a:ext uri="{FF2B5EF4-FFF2-40B4-BE49-F238E27FC236}">
                <a16:creationId xmlns:a16="http://schemas.microsoft.com/office/drawing/2014/main" id="{F77E7CC4-0D9B-C7EB-9C82-8D2D4AEF2236}"/>
              </a:ext>
            </a:extLst>
          </p:cNvPr>
          <p:cNvSpPr/>
          <p:nvPr/>
        </p:nvSpPr>
        <p:spPr bwMode="auto">
          <a:xfrm>
            <a:off x="18481830" y="13156770"/>
            <a:ext cx="1168700" cy="12517002"/>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endParaRPr>
          </a:p>
        </p:txBody>
      </p:sp>
      <p:sp>
        <p:nvSpPr>
          <p:cNvPr id="48" name="Rectangle 47">
            <a:extLst>
              <a:ext uri="{FF2B5EF4-FFF2-40B4-BE49-F238E27FC236}">
                <a16:creationId xmlns:a16="http://schemas.microsoft.com/office/drawing/2014/main" id="{5CEA33D2-CADF-3DC8-2E84-BB55BFF6AE1C}"/>
              </a:ext>
            </a:extLst>
          </p:cNvPr>
          <p:cNvSpPr/>
          <p:nvPr/>
        </p:nvSpPr>
        <p:spPr bwMode="auto">
          <a:xfrm>
            <a:off x="16336747" y="13156772"/>
            <a:ext cx="864096" cy="12517002"/>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dirty="0">
              <a:ln>
                <a:noFill/>
              </a:ln>
              <a:solidFill>
                <a:schemeClr val="tx1"/>
              </a:solidFill>
              <a:effectLst/>
              <a:latin typeface="Arial" charset="0"/>
              <a:ea typeface="ＭＳ Ｐゴシック" pitchFamily="96" charset="-128"/>
              <a:cs typeface="ＭＳ Ｐゴシック" pitchFamily="96" charset="-128"/>
            </a:endParaRPr>
          </a:p>
        </p:txBody>
      </p:sp>
      <p:sp>
        <p:nvSpPr>
          <p:cNvPr id="23" name="TextBox 22">
            <a:extLst>
              <a:ext uri="{FF2B5EF4-FFF2-40B4-BE49-F238E27FC236}">
                <a16:creationId xmlns:a16="http://schemas.microsoft.com/office/drawing/2014/main" id="{9EC6A6AC-2699-263D-DCA6-CCBDE32F4D72}"/>
              </a:ext>
            </a:extLst>
          </p:cNvPr>
          <p:cNvSpPr txBox="1"/>
          <p:nvPr/>
        </p:nvSpPr>
        <p:spPr>
          <a:xfrm>
            <a:off x="1028859" y="783168"/>
            <a:ext cx="27698229" cy="3447098"/>
          </a:xfrm>
          <a:prstGeom prst="rect">
            <a:avLst/>
          </a:prstGeom>
          <a:noFill/>
        </p:spPr>
        <p:txBody>
          <a:bodyPr wrap="square" rtlCol="0">
            <a:spAutoFit/>
          </a:bodyPr>
          <a:lstStyle/>
          <a:p>
            <a:pPr lvl="0"/>
            <a:r>
              <a:rPr lang="en-US" sz="6600" b="1" dirty="0">
                <a:latin typeface="Arial Black" panose="020B0604020202020204" pitchFamily="34" charset="0"/>
                <a:cs typeface="Arial Black" panose="020B0604020202020204" pitchFamily="34" charset="0"/>
              </a:rPr>
              <a:t>Functional Connectivity of participants with Psychotic disorder during Emotional Video viewing  </a:t>
            </a:r>
          </a:p>
          <a:p>
            <a:pPr lvl="0"/>
            <a:r>
              <a:rPr lang="de-DE" altLang="en-US" sz="3200" dirty="0">
                <a:latin typeface="+mn-lt"/>
              </a:rPr>
              <a:t>Li, Judy. X.</a:t>
            </a:r>
            <a:r>
              <a:rPr lang="de-DE" altLang="en-US" sz="3200" baseline="30000" dirty="0">
                <a:latin typeface="+mn-lt"/>
              </a:rPr>
              <a:t>1,2,4</a:t>
            </a:r>
            <a:r>
              <a:rPr lang="de-DE" altLang="en-US" sz="3200" dirty="0">
                <a:latin typeface="+mn-lt"/>
              </a:rPr>
              <a:t>, </a:t>
            </a:r>
            <a:r>
              <a:rPr lang="de-DE" altLang="en-US" sz="3200" dirty="0" err="1">
                <a:latin typeface="+mn-lt"/>
              </a:rPr>
              <a:t>Jeganathan</a:t>
            </a:r>
            <a:r>
              <a:rPr lang="de-DE" altLang="en-US" sz="3200" dirty="0">
                <a:latin typeface="+mn-lt"/>
              </a:rPr>
              <a:t>, Jayson </a:t>
            </a:r>
            <a:r>
              <a:rPr lang="de-DE" altLang="en-US" sz="3200" baseline="30000" dirty="0">
                <a:latin typeface="+mn-lt"/>
              </a:rPr>
              <a:t>1</a:t>
            </a:r>
            <a:r>
              <a:rPr lang="de-DE" altLang="en-US" sz="3200" dirty="0">
                <a:latin typeface="+mn-lt"/>
              </a:rPr>
              <a:t>, </a:t>
            </a:r>
            <a:r>
              <a:rPr lang="de-DE" altLang="en-US" sz="3200" dirty="0" err="1">
                <a:latin typeface="+mn-lt"/>
              </a:rPr>
              <a:t>Sonkusare</a:t>
            </a:r>
            <a:r>
              <a:rPr lang="de-DE" altLang="en-US" sz="3200" dirty="0">
                <a:latin typeface="+mn-lt"/>
              </a:rPr>
              <a:t>, </a:t>
            </a:r>
            <a:r>
              <a:rPr lang="de-DE" altLang="en-US" sz="3200" dirty="0" err="1">
                <a:latin typeface="+mn-lt"/>
              </a:rPr>
              <a:t>Saurabh</a:t>
            </a:r>
            <a:r>
              <a:rPr lang="de-DE" altLang="en-US" sz="3200" dirty="0">
                <a:latin typeface="+mn-lt"/>
              </a:rPr>
              <a:t> </a:t>
            </a:r>
            <a:r>
              <a:rPr lang="de-DE" altLang="en-US" sz="3200" baseline="30000" dirty="0">
                <a:latin typeface="+mn-lt"/>
              </a:rPr>
              <a:t>2</a:t>
            </a:r>
            <a:r>
              <a:rPr lang="de-DE" altLang="en-US" sz="3200" dirty="0">
                <a:latin typeface="+mn-lt"/>
              </a:rPr>
              <a:t>, Paton, Bryan </a:t>
            </a:r>
            <a:r>
              <a:rPr lang="de-DE" altLang="en-US" sz="3200" baseline="30000" dirty="0">
                <a:latin typeface="+mn-lt"/>
              </a:rPr>
              <a:t>3,4,5</a:t>
            </a:r>
            <a:r>
              <a:rPr lang="de-DE" altLang="en-US" sz="3200" dirty="0">
                <a:latin typeface="+mn-lt"/>
              </a:rPr>
              <a:t>, </a:t>
            </a:r>
            <a:r>
              <a:rPr lang="de-DE" altLang="en-US" sz="3200" dirty="0" err="1">
                <a:latin typeface="+mn-lt"/>
              </a:rPr>
              <a:t>Luchow</a:t>
            </a:r>
            <a:r>
              <a:rPr lang="de-DE" altLang="en-US" sz="3200" dirty="0">
                <a:latin typeface="+mn-lt"/>
              </a:rPr>
              <a:t>, </a:t>
            </a:r>
            <a:r>
              <a:rPr lang="de-DE" altLang="en-US" sz="3200" dirty="0" err="1">
                <a:latin typeface="+mn-lt"/>
              </a:rPr>
              <a:t>Shiami</a:t>
            </a:r>
            <a:r>
              <a:rPr lang="de-DE" altLang="en-US" sz="3200" dirty="0">
                <a:latin typeface="+mn-lt"/>
              </a:rPr>
              <a:t> </a:t>
            </a:r>
            <a:r>
              <a:rPr lang="de-DE" altLang="en-US" sz="3200" baseline="30000" dirty="0">
                <a:latin typeface="+mn-lt"/>
              </a:rPr>
              <a:t>4</a:t>
            </a:r>
            <a:r>
              <a:rPr lang="de-DE" altLang="en-US" sz="3200" dirty="0">
                <a:latin typeface="+mn-lt"/>
              </a:rPr>
              <a:t>, </a:t>
            </a:r>
            <a:r>
              <a:rPr lang="de-DE" altLang="en-US" sz="3200" dirty="0" err="1">
                <a:latin typeface="+mn-lt"/>
              </a:rPr>
              <a:t>Breakspear</a:t>
            </a:r>
            <a:r>
              <a:rPr lang="de-DE" altLang="en-US" sz="3200" dirty="0">
                <a:latin typeface="+mn-lt"/>
              </a:rPr>
              <a:t>, Michael </a:t>
            </a:r>
            <a:r>
              <a:rPr lang="de-DE" altLang="en-US" sz="3200" baseline="30000" dirty="0">
                <a:latin typeface="+mn-lt"/>
              </a:rPr>
              <a:t>3,4</a:t>
            </a:r>
            <a:r>
              <a:rPr lang="de-DE" altLang="en-US" sz="3200" dirty="0">
                <a:latin typeface="+mn-lt"/>
              </a:rPr>
              <a:t>, Wellstein, Katharina .V.</a:t>
            </a:r>
            <a:r>
              <a:rPr lang="de-DE" altLang="en-US" sz="3200" baseline="30000" dirty="0">
                <a:latin typeface="+mn-lt"/>
              </a:rPr>
              <a:t>3,4</a:t>
            </a:r>
          </a:p>
          <a:p>
            <a:pPr lvl="0"/>
            <a:endParaRPr lang="de-DE" altLang="en-US" sz="1800" dirty="0">
              <a:latin typeface="+mn-lt"/>
            </a:endParaRPr>
          </a:p>
          <a:p>
            <a:pPr lvl="0"/>
            <a:r>
              <a:rPr lang="en-US" altLang="en-US" sz="1800" baseline="30000" dirty="0">
                <a:latin typeface="+mn-lt"/>
              </a:rPr>
              <a:t>1 </a:t>
            </a:r>
            <a:r>
              <a:rPr lang="en-US" altLang="en-US" sz="1800" dirty="0">
                <a:latin typeface="+mn-lt"/>
              </a:rPr>
              <a:t>John Hunter Hospital, Hunter New England Local Health District, Australia</a:t>
            </a:r>
            <a:r>
              <a:rPr lang="de-DE" altLang="en-US" sz="1800" dirty="0">
                <a:latin typeface="+mn-lt"/>
              </a:rPr>
              <a:t>, </a:t>
            </a:r>
            <a:r>
              <a:rPr lang="en-US" altLang="en-US" sz="1800" baseline="30000" dirty="0">
                <a:latin typeface="+mn-lt"/>
              </a:rPr>
              <a:t>2</a:t>
            </a:r>
            <a:r>
              <a:rPr lang="en-US" altLang="en-US" sz="1800" dirty="0">
                <a:latin typeface="+mn-lt"/>
              </a:rPr>
              <a:t> University of Sydney, Sydney, Australia</a:t>
            </a:r>
            <a:r>
              <a:rPr lang="de-DE" altLang="en-US" sz="1800" dirty="0">
                <a:latin typeface="+mn-lt"/>
              </a:rPr>
              <a:t>, </a:t>
            </a:r>
            <a:r>
              <a:rPr lang="en-US" altLang="en-US" sz="1800" baseline="30000" dirty="0">
                <a:latin typeface="+mn-lt"/>
              </a:rPr>
              <a:t>3</a:t>
            </a:r>
            <a:r>
              <a:rPr lang="en-US" altLang="en-US" sz="1800" dirty="0">
                <a:latin typeface="+mn-lt"/>
              </a:rPr>
              <a:t> University of Newcastle, Newcastle, Australia</a:t>
            </a:r>
            <a:r>
              <a:rPr lang="de-DE" altLang="en-US" sz="1800" dirty="0">
                <a:latin typeface="+mn-lt"/>
              </a:rPr>
              <a:t>, </a:t>
            </a:r>
            <a:r>
              <a:rPr lang="en-US" altLang="en-US" sz="1800" baseline="30000" dirty="0">
                <a:latin typeface="+mn-lt"/>
              </a:rPr>
              <a:t>4</a:t>
            </a:r>
            <a:r>
              <a:rPr lang="en-US" altLang="en-US" sz="1800" dirty="0">
                <a:latin typeface="+mn-lt"/>
              </a:rPr>
              <a:t> Hunter Medical Research Institute, Newcastle, Australia</a:t>
            </a:r>
            <a:r>
              <a:rPr lang="de-DE" altLang="en-US" sz="1800" dirty="0">
                <a:latin typeface="+mn-lt"/>
              </a:rPr>
              <a:t>, </a:t>
            </a:r>
            <a:r>
              <a:rPr lang="en-US" altLang="en-US" sz="1800" baseline="30000" dirty="0">
                <a:latin typeface="+mn-lt"/>
              </a:rPr>
              <a:t>5</a:t>
            </a:r>
            <a:r>
              <a:rPr lang="en-US" altLang="en-US" sz="1800" dirty="0">
                <a:latin typeface="+mn-lt"/>
              </a:rPr>
              <a:t>  Mark Hughes Foundation Centre for Brain Cancer Research, University of Newcastle, NSW, 2308, Australia.</a:t>
            </a:r>
            <a:endParaRPr lang="de-DE" altLang="en-US" sz="9600" dirty="0"/>
          </a:p>
        </p:txBody>
      </p:sp>
      <p:sp>
        <p:nvSpPr>
          <p:cNvPr id="28" name="TextBox 27">
            <a:extLst>
              <a:ext uri="{FF2B5EF4-FFF2-40B4-BE49-F238E27FC236}">
                <a16:creationId xmlns:a16="http://schemas.microsoft.com/office/drawing/2014/main" id="{14F5C74F-A626-32DF-BB0B-DE33DA450F4A}"/>
              </a:ext>
            </a:extLst>
          </p:cNvPr>
          <p:cNvSpPr txBox="1"/>
          <p:nvPr/>
        </p:nvSpPr>
        <p:spPr>
          <a:xfrm>
            <a:off x="15266062" y="37574655"/>
            <a:ext cx="13610641" cy="3939540"/>
          </a:xfrm>
          <a:prstGeom prst="rect">
            <a:avLst/>
          </a:prstGeom>
          <a:noFill/>
        </p:spPr>
        <p:txBody>
          <a:bodyPr wrap="square" rtlCol="0">
            <a:spAutoFit/>
          </a:bodyPr>
          <a:lstStyle/>
          <a:p>
            <a:r>
              <a:rPr lang="en-US" b="1" dirty="0"/>
              <a:t>REFERENCES</a:t>
            </a:r>
          </a:p>
          <a:p>
            <a:endParaRPr lang="en-US" sz="1600" b="1" dirty="0"/>
          </a:p>
          <a:p>
            <a:pPr marL="228600" indent="-228600" algn="just">
              <a:buFont typeface="+mj-lt"/>
              <a:buAutoNum type="arabicPeriod"/>
            </a:pPr>
            <a:r>
              <a:rPr lang="en-AU" sz="1400" dirty="0"/>
              <a:t>Correll, C.U. and N.R. Schooler, </a:t>
            </a:r>
            <a:r>
              <a:rPr lang="en-AU" sz="1400" i="1" dirty="0"/>
              <a:t>Negative symptoms in schizophrenia: a review and clinical guide for recognition, assessment, and treatment.</a:t>
            </a:r>
            <a:r>
              <a:rPr lang="en-AU" sz="1400" dirty="0"/>
              <a:t> Neuropsychiatric disease and treatment, 2020: p. 519 534.</a:t>
            </a:r>
          </a:p>
          <a:p>
            <a:pPr marL="228600" indent="-228600" algn="just">
              <a:buFont typeface="+mj-lt"/>
              <a:buAutoNum type="arabicPeriod"/>
            </a:pPr>
            <a:r>
              <a:rPr lang="en-AU" sz="1400" dirty="0"/>
              <a:t>Yao, B. and K. Thakkar, </a:t>
            </a:r>
            <a:r>
              <a:rPr lang="en-AU" sz="1400" i="1" dirty="0"/>
              <a:t>Interoception abnormalities in schizophrenia: A review of preliminary evidence and an integration with Bayesian accounts of psychosis.</a:t>
            </a:r>
            <a:r>
              <a:rPr lang="en-AU" sz="1400" dirty="0"/>
              <a:t> Neuroscience &amp; Biobehavioral Reviews, 2022. </a:t>
            </a:r>
            <a:r>
              <a:rPr lang="en-AU" sz="1400" b="1" dirty="0"/>
              <a:t>132</a:t>
            </a:r>
            <a:r>
              <a:rPr lang="en-AU" sz="1400" dirty="0"/>
              <a:t>: p. 757-773.</a:t>
            </a:r>
          </a:p>
          <a:p>
            <a:pPr marL="228600" indent="-228600" algn="just">
              <a:buFont typeface="+mj-lt"/>
              <a:buAutoNum type="arabicPeriod"/>
            </a:pPr>
            <a:r>
              <a:rPr lang="en-AU" sz="1400" dirty="0"/>
              <a:t>Wylie, K.P. and J.R. Tregellas, </a:t>
            </a:r>
            <a:r>
              <a:rPr lang="en-AU" sz="1400" i="1" dirty="0"/>
              <a:t>The role of the insula in schizophrenia.</a:t>
            </a:r>
            <a:r>
              <a:rPr lang="en-AU" sz="1400" dirty="0"/>
              <a:t> Schizophrenia research, 2010. </a:t>
            </a:r>
            <a:r>
              <a:rPr lang="en-AU" sz="1400" b="1" dirty="0"/>
              <a:t>123</a:t>
            </a:r>
            <a:r>
              <a:rPr lang="en-AU" sz="1400" dirty="0"/>
              <a:t>(2-3): p. 93-104.</a:t>
            </a:r>
          </a:p>
          <a:p>
            <a:pPr marL="228600" indent="-228600" algn="just">
              <a:buFont typeface="+mj-lt"/>
              <a:buAutoNum type="arabicPeriod"/>
            </a:pPr>
            <a:r>
              <a:rPr lang="en-AU" sz="1400" dirty="0"/>
              <a:t>Finn, E.S. and P.A. </a:t>
            </a:r>
            <a:r>
              <a:rPr lang="en-AU" sz="1400" dirty="0" err="1"/>
              <a:t>Bandettini</a:t>
            </a:r>
            <a:r>
              <a:rPr lang="en-AU" sz="1400" dirty="0"/>
              <a:t>, </a:t>
            </a:r>
            <a:r>
              <a:rPr lang="en-AU" sz="1400" i="1" dirty="0"/>
              <a:t>Movie-watching outperforms rest for functional connectivity-based prediction of </a:t>
            </a:r>
            <a:r>
              <a:rPr lang="en-AU" sz="1400" i="1" dirty="0" err="1"/>
              <a:t>behavior</a:t>
            </a:r>
            <a:r>
              <a:rPr lang="en-AU" sz="1400" i="1" dirty="0"/>
              <a:t>.</a:t>
            </a:r>
            <a:r>
              <a:rPr lang="en-AU" sz="1400" dirty="0"/>
              <a:t> </a:t>
            </a:r>
            <a:r>
              <a:rPr lang="en-AU" sz="1400" dirty="0" err="1"/>
              <a:t>NeuroImage</a:t>
            </a:r>
            <a:r>
              <a:rPr lang="en-AU" sz="1400" dirty="0"/>
              <a:t>, 2021. </a:t>
            </a:r>
            <a:r>
              <a:rPr lang="en-AU" sz="1400" b="1" dirty="0"/>
              <a:t>235</a:t>
            </a:r>
            <a:r>
              <a:rPr lang="en-AU" sz="1400" dirty="0"/>
              <a:t>: p. 117963.</a:t>
            </a:r>
          </a:p>
          <a:p>
            <a:pPr marL="228600" indent="-228600" algn="just">
              <a:buFont typeface="+mj-lt"/>
              <a:buAutoNum type="arabicPeriod"/>
            </a:pPr>
            <a:r>
              <a:rPr lang="en-AU" sz="1400" dirty="0" err="1"/>
              <a:t>Sonkusare</a:t>
            </a:r>
            <a:r>
              <a:rPr lang="en-AU" sz="1400" dirty="0"/>
              <a:t>, S., M. Breakspear, and C. Guo, </a:t>
            </a:r>
            <a:r>
              <a:rPr lang="en-AU" sz="1400" i="1" dirty="0"/>
              <a:t>Naturalistic Stimuli in Neuroscience: Critically Acclaimed.</a:t>
            </a:r>
            <a:r>
              <a:rPr lang="en-AU" sz="1400" dirty="0"/>
              <a:t> Trends in Cognitive Sciences, 2019. </a:t>
            </a:r>
            <a:r>
              <a:rPr lang="en-AU" sz="1400" b="1" dirty="0"/>
              <a:t>23</a:t>
            </a:r>
            <a:r>
              <a:rPr lang="en-AU" sz="1400" dirty="0"/>
              <a:t>(8): p. 699-714.</a:t>
            </a:r>
          </a:p>
          <a:p>
            <a:pPr marL="228600" indent="-228600" algn="just">
              <a:buFont typeface="+mj-lt"/>
              <a:buAutoNum type="arabicPeriod"/>
            </a:pPr>
            <a:r>
              <a:rPr lang="en-AU" sz="1400" dirty="0"/>
              <a:t>Li, X., et al., </a:t>
            </a:r>
            <a:r>
              <a:rPr lang="en-AU" sz="1400" i="1" dirty="0"/>
              <a:t>Decreased intersubject synchrony in dynamic valence ratings of sad movie contents in dysphoric individuals.</a:t>
            </a:r>
            <a:r>
              <a:rPr lang="en-AU" sz="1400" dirty="0"/>
              <a:t> Scientific Reports, 2021. </a:t>
            </a:r>
            <a:r>
              <a:rPr lang="en-AU" sz="1400" b="1" dirty="0"/>
              <a:t>11</a:t>
            </a:r>
            <a:r>
              <a:rPr lang="en-AU" sz="1400" dirty="0"/>
              <a:t>(1): p. 14419.</a:t>
            </a:r>
          </a:p>
          <a:p>
            <a:pPr marL="228600" indent="-228600" algn="just">
              <a:buFont typeface="+mj-lt"/>
              <a:buAutoNum type="arabicPeriod"/>
            </a:pPr>
            <a:r>
              <a:rPr lang="en-AU" sz="1400" dirty="0"/>
              <a:t>Tu, P.-C., et al., </a:t>
            </a:r>
            <a:r>
              <a:rPr lang="en-AU" sz="1400" i="1" dirty="0"/>
              <a:t>Reduced synchronized brain activity in schizophrenia during viewing of comedy movies.</a:t>
            </a:r>
            <a:r>
              <a:rPr lang="en-AU" sz="1400" dirty="0"/>
              <a:t> Scientific Reports, 2019. </a:t>
            </a:r>
            <a:r>
              <a:rPr lang="en-AU" sz="1400" b="1" dirty="0"/>
              <a:t>9</a:t>
            </a:r>
            <a:r>
              <a:rPr lang="en-AU" sz="1400" dirty="0"/>
              <a:t>(1): p. 12738.</a:t>
            </a:r>
          </a:p>
          <a:p>
            <a:pPr marL="228600" indent="-228600" algn="just">
              <a:buFont typeface="+mj-lt"/>
              <a:buAutoNum type="arabicPeriod"/>
            </a:pPr>
            <a:r>
              <a:rPr lang="en-AU" sz="1400" dirty="0"/>
              <a:t>Ou, J., et al., </a:t>
            </a:r>
            <a:r>
              <a:rPr lang="en-AU" sz="1400" i="1" dirty="0"/>
              <a:t>Characterizing and differentiating brain state dynamics via hidden Markov models.</a:t>
            </a:r>
            <a:r>
              <a:rPr lang="en-AU" sz="1400" dirty="0"/>
              <a:t> Brain topography, 2015. </a:t>
            </a:r>
            <a:r>
              <a:rPr lang="en-AU" sz="1400" b="1" dirty="0"/>
              <a:t>28</a:t>
            </a:r>
            <a:r>
              <a:rPr lang="en-AU" sz="1400" dirty="0"/>
              <a:t>: p. 666-679.</a:t>
            </a:r>
          </a:p>
          <a:p>
            <a:pPr marL="228600" indent="-228600" algn="just">
              <a:buFont typeface="+mj-lt"/>
              <a:buAutoNum type="arabicPeriod"/>
            </a:pPr>
            <a:r>
              <a:rPr lang="en-AU" sz="1400" dirty="0" err="1"/>
              <a:t>Kottaram</a:t>
            </a:r>
            <a:r>
              <a:rPr lang="en-AU" sz="1400" dirty="0"/>
              <a:t>, A., et al., </a:t>
            </a:r>
            <a:r>
              <a:rPr lang="en-AU" sz="1400" i="1" dirty="0"/>
              <a:t>Brain network dynamics in schizophrenia: Reduced dynamism of the default mode network.</a:t>
            </a:r>
            <a:r>
              <a:rPr lang="en-AU" sz="1400" dirty="0"/>
              <a:t> Human brain mapping, 2019. </a:t>
            </a:r>
            <a:r>
              <a:rPr lang="en-AU" sz="1400" b="1" dirty="0"/>
              <a:t>40</a:t>
            </a:r>
            <a:r>
              <a:rPr lang="en-AU" sz="1400" dirty="0"/>
              <a:t>(7): p. 2212-2228.</a:t>
            </a:r>
          </a:p>
          <a:p>
            <a:pPr marL="228600" indent="-228600" algn="just">
              <a:buFont typeface="+mj-lt"/>
              <a:buAutoNum type="arabicPeriod"/>
            </a:pPr>
            <a:r>
              <a:rPr lang="en-AU" sz="1400" dirty="0" err="1"/>
              <a:t>Mavadati</a:t>
            </a:r>
            <a:r>
              <a:rPr lang="en-AU" sz="1400" dirty="0"/>
              <a:t>, S.M., et al., </a:t>
            </a:r>
            <a:r>
              <a:rPr lang="en-AU" sz="1400" i="1" dirty="0"/>
              <a:t>DISFA: A Spontaneous Facial Action Intensity Database.</a:t>
            </a:r>
            <a:r>
              <a:rPr lang="en-AU" sz="1400" dirty="0"/>
              <a:t> IEEE Transactions on Affective Computing, 2013. </a:t>
            </a:r>
            <a:r>
              <a:rPr lang="en-AU" sz="1400" b="1" dirty="0"/>
              <a:t>4</a:t>
            </a:r>
            <a:r>
              <a:rPr lang="en-AU" sz="1400" dirty="0"/>
              <a:t>(2): p. 151-160.</a:t>
            </a:r>
          </a:p>
          <a:p>
            <a:pPr marL="228600" indent="-228600" algn="just">
              <a:buFont typeface="+mj-lt"/>
              <a:buAutoNum type="arabicPeriod"/>
            </a:pPr>
            <a:r>
              <a:rPr lang="en-US" altLang="en-US" sz="1400" dirty="0">
                <a:solidFill>
                  <a:srgbClr val="1B1B1B"/>
                </a:solidFill>
                <a:ea typeface="Roboto Mono Web"/>
              </a:rPr>
              <a:t>Yeo BT, </a:t>
            </a:r>
            <a:r>
              <a:rPr lang="en-US" altLang="en-US" sz="1400" dirty="0" err="1">
                <a:solidFill>
                  <a:srgbClr val="1B1B1B"/>
                </a:solidFill>
                <a:ea typeface="Roboto Mono Web"/>
              </a:rPr>
              <a:t>Krienen</a:t>
            </a:r>
            <a:r>
              <a:rPr lang="en-US" altLang="en-US" sz="1400" dirty="0">
                <a:solidFill>
                  <a:srgbClr val="1B1B1B"/>
                </a:solidFill>
                <a:ea typeface="Roboto Mono Web"/>
              </a:rPr>
              <a:t> FM, </a:t>
            </a:r>
            <a:r>
              <a:rPr lang="en-US" altLang="en-US" sz="1400" dirty="0" err="1">
                <a:solidFill>
                  <a:srgbClr val="1B1B1B"/>
                </a:solidFill>
                <a:ea typeface="Roboto Mono Web"/>
              </a:rPr>
              <a:t>Sepulcre</a:t>
            </a:r>
            <a:r>
              <a:rPr lang="en-US" altLang="en-US" sz="1400" dirty="0">
                <a:solidFill>
                  <a:srgbClr val="1B1B1B"/>
                </a:solidFill>
                <a:ea typeface="Roboto Mono Web"/>
              </a:rPr>
              <a:t> J, </a:t>
            </a:r>
            <a:r>
              <a:rPr lang="en-US" altLang="en-US" sz="1400" dirty="0" err="1">
                <a:solidFill>
                  <a:srgbClr val="1B1B1B"/>
                </a:solidFill>
                <a:ea typeface="Roboto Mono Web"/>
              </a:rPr>
              <a:t>Sabuncu</a:t>
            </a:r>
            <a:r>
              <a:rPr lang="en-US" altLang="en-US" sz="1400" dirty="0">
                <a:solidFill>
                  <a:srgbClr val="1B1B1B"/>
                </a:solidFill>
                <a:ea typeface="Roboto Mono Web"/>
              </a:rPr>
              <a:t> MR, Lashkari D, Hollinshead M, Roffman JL, Smoller JW, </a:t>
            </a:r>
            <a:r>
              <a:rPr lang="en-US" altLang="en-US" sz="1400" dirty="0" err="1">
                <a:solidFill>
                  <a:srgbClr val="1B1B1B"/>
                </a:solidFill>
                <a:ea typeface="Roboto Mono Web"/>
              </a:rPr>
              <a:t>Zöllei</a:t>
            </a:r>
            <a:r>
              <a:rPr lang="en-US" altLang="en-US" sz="1400" dirty="0">
                <a:solidFill>
                  <a:srgbClr val="1B1B1B"/>
                </a:solidFill>
                <a:ea typeface="Roboto Mono Web"/>
              </a:rPr>
              <a:t> L, Polimeni JR, Fischl B, Liu H, Buckner RL. The organization of the human cerebral cortex estimated by intrinsic functional connectivity. J </a:t>
            </a:r>
            <a:r>
              <a:rPr lang="en-US" altLang="en-US" sz="1400" dirty="0" err="1">
                <a:solidFill>
                  <a:srgbClr val="1B1B1B"/>
                </a:solidFill>
                <a:ea typeface="Roboto Mono Web"/>
              </a:rPr>
              <a:t>Neurophysiol</a:t>
            </a:r>
            <a:r>
              <a:rPr lang="en-US" altLang="en-US" sz="1400" dirty="0">
                <a:solidFill>
                  <a:srgbClr val="1B1B1B"/>
                </a:solidFill>
                <a:ea typeface="Roboto Mono Web"/>
              </a:rPr>
              <a:t>. 2011. </a:t>
            </a:r>
            <a:r>
              <a:rPr lang="en-US" altLang="en-US" sz="1400" b="1" dirty="0">
                <a:solidFill>
                  <a:srgbClr val="1B1B1B"/>
                </a:solidFill>
                <a:ea typeface="Roboto Mono Web"/>
              </a:rPr>
              <a:t>106</a:t>
            </a:r>
            <a:r>
              <a:rPr lang="en-US" altLang="en-US" sz="1400" dirty="0">
                <a:solidFill>
                  <a:srgbClr val="1B1B1B"/>
                </a:solidFill>
                <a:ea typeface="Roboto Mono Web"/>
              </a:rPr>
              <a:t>(3): p. 1125-65.</a:t>
            </a:r>
            <a:endParaRPr lang="en-AU" sz="1400" dirty="0"/>
          </a:p>
          <a:p>
            <a:pPr marL="228600" indent="-228600" algn="just">
              <a:buFont typeface="+mj-lt"/>
              <a:buAutoNum type="arabicPeriod"/>
            </a:pPr>
            <a:r>
              <a:rPr lang="en-AU" sz="1400" dirty="0"/>
              <a:t>Vidaurre, D., et al., </a:t>
            </a:r>
            <a:r>
              <a:rPr lang="en-AU" sz="1400" i="1" dirty="0"/>
              <a:t>Spectrally resolved fast transient brain states in electrophysiological data.</a:t>
            </a:r>
            <a:r>
              <a:rPr lang="en-AU" sz="1400" dirty="0"/>
              <a:t> </a:t>
            </a:r>
            <a:r>
              <a:rPr lang="en-AU" sz="1400" dirty="0" err="1"/>
              <a:t>NeuroImage</a:t>
            </a:r>
            <a:r>
              <a:rPr lang="en-AU" sz="1400" dirty="0"/>
              <a:t>, 2016. </a:t>
            </a:r>
            <a:r>
              <a:rPr lang="en-AU" sz="1400" b="1" dirty="0"/>
              <a:t>126</a:t>
            </a:r>
            <a:r>
              <a:rPr lang="en-AU" sz="1400" dirty="0"/>
              <a:t>: p. 81-95.</a:t>
            </a:r>
          </a:p>
        </p:txBody>
      </p:sp>
      <p:sp>
        <p:nvSpPr>
          <p:cNvPr id="34" name="Rectangle 5">
            <a:extLst>
              <a:ext uri="{FF2B5EF4-FFF2-40B4-BE49-F238E27FC236}">
                <a16:creationId xmlns:a16="http://schemas.microsoft.com/office/drawing/2014/main" id="{E1F7E4AD-D580-FC67-0873-97A3F75010A1}"/>
              </a:ext>
            </a:extLst>
          </p:cNvPr>
          <p:cNvSpPr>
            <a:spLocks noChangeArrowheads="1"/>
          </p:cNvSpPr>
          <p:nvPr/>
        </p:nvSpPr>
        <p:spPr bwMode="auto">
          <a:xfrm>
            <a:off x="1280221" y="7062717"/>
            <a:ext cx="114320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endParaRPr>
          </a:p>
        </p:txBody>
      </p:sp>
      <p:sp>
        <p:nvSpPr>
          <p:cNvPr id="38" name="Rectangle 9">
            <a:extLst>
              <a:ext uri="{FF2B5EF4-FFF2-40B4-BE49-F238E27FC236}">
                <a16:creationId xmlns:a16="http://schemas.microsoft.com/office/drawing/2014/main" id="{B7A7092E-EA11-BD71-E299-1F2814E52E07}"/>
              </a:ext>
            </a:extLst>
          </p:cNvPr>
          <p:cNvSpPr>
            <a:spLocks noChangeArrowheads="1"/>
          </p:cNvSpPr>
          <p:nvPr/>
        </p:nvSpPr>
        <p:spPr bwMode="auto">
          <a:xfrm>
            <a:off x="1036956" y="4734536"/>
            <a:ext cx="13781655" cy="6658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b="1" i="0" u="none" strike="noStrike" cap="none" normalizeH="0" baseline="0" noProof="0" dirty="0">
                <a:ln>
                  <a:noFill/>
                </a:ln>
                <a:solidFill>
                  <a:schemeClr val="tx1"/>
                </a:solidFill>
                <a:effectLst/>
                <a:cs typeface="Arial" panose="020B0604020202020204" pitchFamily="34" charset="0"/>
              </a:rPr>
              <a:t>INTRODUCTION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cs typeface="Arial" panose="020B0604020202020204" pitchFamily="34" charset="0"/>
            </a:endParaRPr>
          </a:p>
          <a:p>
            <a:pPr lvl="0" algn="just"/>
            <a:r>
              <a:rPr lang="en-GB" noProof="0" dirty="0">
                <a:cs typeface="Arial" panose="020B0604020202020204" pitchFamily="34" charset="0"/>
              </a:rPr>
              <a:t>Emotional processing </a:t>
            </a:r>
            <a:r>
              <a:rPr lang="en-GB" dirty="0">
                <a:cs typeface="Arial" panose="020B0604020202020204" pitchFamily="34" charset="0"/>
              </a:rPr>
              <a:t>in</a:t>
            </a:r>
            <a:r>
              <a:rPr lang="en-GB" noProof="0" dirty="0">
                <a:cs typeface="Arial" panose="020B0604020202020204" pitchFamily="34" charset="0"/>
              </a:rPr>
              <a:t> schizophrenia, which is a key feature of negative symptoms, </a:t>
            </a:r>
            <a:r>
              <a:rPr lang="en-GB" dirty="0">
                <a:cs typeface="Arial" panose="020B0604020202020204" pitchFamily="34" charset="0"/>
              </a:rPr>
              <a:t>is </a:t>
            </a:r>
            <a:r>
              <a:rPr lang="en-GB" noProof="0" dirty="0">
                <a:cs typeface="Arial" panose="020B0604020202020204" pitchFamily="34" charset="0"/>
              </a:rPr>
              <a:t>poorly understood while negative symptoms form the majority of burden of disease [1]. Functional neuroimaging, use of natural stimuli, and new connectivity techniques offer a novel way to investigate these symptoms and potentiate treatments. </a:t>
            </a:r>
            <a:r>
              <a:rPr lang="en-GB" noProof="0" dirty="0">
                <a:solidFill>
                  <a:srgbClr val="000000"/>
                </a:solidFill>
                <a:cs typeface="Arial" panose="020B0604020202020204" pitchFamily="34" charset="0"/>
              </a:rPr>
              <a:t>Evidence links negative symptoms to impairment in emotional neurocognitive processes [2, 3]. </a:t>
            </a:r>
            <a:endParaRPr lang="en-GB" sz="4800" noProof="0" dirty="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AU" sz="2400" b="1" i="0" u="none" strike="noStrike" kern="100" cap="none" spc="0" normalizeH="0" baseline="0" noProof="0" dirty="0">
              <a:ln>
                <a:noFill/>
              </a:ln>
              <a:solidFill>
                <a:srgbClr val="000000"/>
              </a:solidFill>
              <a:effectLst/>
              <a:uLnTx/>
              <a:uFillTx/>
              <a:latin typeface="ＭＳ Ｐゴシック"/>
              <a:ea typeface="ＭＳ Ｐゴシック"/>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AU" sz="2400" b="1" i="0" u="none" strike="noStrike" kern="100" cap="none" spc="0" normalizeH="0" baseline="0" noProof="0" dirty="0">
                <a:ln>
                  <a:noFill/>
                </a:ln>
                <a:solidFill>
                  <a:srgbClr val="000000"/>
                </a:solidFill>
                <a:effectLst/>
                <a:uLnTx/>
                <a:uFillTx/>
                <a:latin typeface="ＭＳ Ｐゴシック"/>
                <a:ea typeface="ＭＳ Ｐゴシック"/>
                <a:cs typeface="Times New Roman" panose="02020603050405020304" pitchFamily="18" charset="0"/>
              </a:rPr>
              <a:t>METHODS</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00" cap="none" spc="0" normalizeH="0" baseline="0" noProof="0" dirty="0">
              <a:ln>
                <a:noFill/>
              </a:ln>
              <a:solidFill>
                <a:srgbClr val="000000"/>
              </a:solidFill>
              <a:effectLst/>
              <a:uLnTx/>
              <a:uFillTx/>
              <a:latin typeface="Arial" panose="020B0604020202020204" pitchFamily="34" charset="0"/>
              <a:ea typeface="ＭＳ Ｐゴシック"/>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AU" sz="2400" b="0" i="0" u="none" strike="noStrike" kern="100" cap="none" spc="0" normalizeH="0" baseline="0" noProof="0" dirty="0">
                <a:ln>
                  <a:noFill/>
                </a:ln>
                <a:solidFill>
                  <a:srgbClr val="000000"/>
                </a:solidFill>
                <a:effectLst/>
                <a:uLnTx/>
                <a:uFillTx/>
                <a:latin typeface="Arial" panose="020B0604020202020204" pitchFamily="34" charset="0"/>
                <a:ea typeface="ＭＳ Ｐゴシック"/>
                <a:cs typeface="Arial" panose="020B0604020202020204" pitchFamily="34" charset="0"/>
              </a:rPr>
              <a:t>43 participants with a history of diagnosed psychotic illness (CC) and 37 healthy controls (HC) were recruited. CC participants fulfilled the DSM-5 criteria for broadly defined psychotic disorder (including mood disorders with psychotic features, schizophrenia, schizophreniform disorder, and schizoaffective disorder). </a:t>
            </a:r>
          </a:p>
          <a:p>
            <a:pPr marL="0" marR="0" lvl="0" indent="0" algn="just" defTabSz="914400" rtl="0" eaLnBrk="0" fontAlgn="base" latinLnBrk="0" hangingPunct="0">
              <a:lnSpc>
                <a:spcPct val="100000"/>
              </a:lnSpc>
              <a:spcBef>
                <a:spcPct val="0"/>
              </a:spcBef>
              <a:spcAft>
                <a:spcPct val="0"/>
              </a:spcAft>
              <a:buClrTx/>
              <a:buSzTx/>
              <a:buFontTx/>
              <a:buNone/>
              <a:tabLst/>
              <a:defRPr/>
            </a:pPr>
            <a:endParaRPr lang="en-AU" kern="100" dirty="0">
              <a:solidFill>
                <a:srgbClr val="000000"/>
              </a:solidFill>
              <a:ea typeface="ＭＳ Ｐゴシック"/>
              <a:cs typeface="Arial" panose="020B0604020202020204" pitchFamily="34" charset="0"/>
            </a:endParaRPr>
          </a:p>
          <a:p>
            <a:pPr algn="just">
              <a:spcAft>
                <a:spcPts val="800"/>
              </a:spcAft>
              <a:buNone/>
            </a:pPr>
            <a:r>
              <a:rPr lang="en-AU" kern="100" dirty="0">
                <a:cs typeface="Arial" panose="020B0604020202020204" pitchFamily="34" charset="0"/>
              </a:rPr>
              <a:t>Participants  viewed a 4-minute video stimulus compiled for the DISFA database (see Table 1) by </a:t>
            </a:r>
            <a:r>
              <a:rPr lang="en-AU" kern="100" dirty="0" err="1">
                <a:cs typeface="Arial" panose="020B0604020202020204" pitchFamily="34" charset="0"/>
              </a:rPr>
              <a:t>Mavadati</a:t>
            </a:r>
            <a:r>
              <a:rPr lang="en-AU" kern="100" dirty="0">
                <a:cs typeface="Arial" panose="020B0604020202020204" pitchFamily="34" charset="0"/>
              </a:rPr>
              <a:t> and Mahoor [10] . The fMRI data has previously been </a:t>
            </a:r>
            <a:r>
              <a:rPr lang="en-AU" kern="100" dirty="0" err="1">
                <a:cs typeface="Arial" panose="020B0604020202020204" pitchFamily="34" charset="0"/>
              </a:rPr>
              <a:t>preprocessed</a:t>
            </a:r>
            <a:r>
              <a:rPr lang="en-AU" kern="100" dirty="0">
                <a:cs typeface="Arial" panose="020B0604020202020204" pitchFamily="34" charset="0"/>
              </a:rPr>
              <a:t> with </a:t>
            </a:r>
            <a:r>
              <a:rPr lang="en-AU" kern="100" dirty="0" err="1">
                <a:cs typeface="Arial" panose="020B0604020202020204" pitchFamily="34" charset="0"/>
              </a:rPr>
              <a:t>fmriprep</a:t>
            </a:r>
            <a:r>
              <a:rPr lang="en-AU" kern="100" dirty="0">
                <a:cs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AU" sz="2400" b="0" i="0" u="none" strike="noStrike" kern="100" cap="none" spc="0" normalizeH="0" baseline="0" noProof="0" dirty="0">
              <a:ln>
                <a:noFill/>
              </a:ln>
              <a:solidFill>
                <a:srgbClr val="000000"/>
              </a:solidFill>
              <a:effectLst/>
              <a:uLnTx/>
              <a:uFillTx/>
              <a:latin typeface="Arial" panose="020B0604020202020204" pitchFamily="34" charset="0"/>
              <a:ea typeface="ＭＳ Ｐゴシック"/>
              <a:cs typeface="Arial" panose="020B0604020202020204" pitchFamily="34" charset="0"/>
            </a:endParaRPr>
          </a:p>
        </p:txBody>
      </p:sp>
      <p:sp>
        <p:nvSpPr>
          <p:cNvPr id="43" name="TextBox 42">
            <a:extLst>
              <a:ext uri="{FF2B5EF4-FFF2-40B4-BE49-F238E27FC236}">
                <a16:creationId xmlns:a16="http://schemas.microsoft.com/office/drawing/2014/main" id="{BC46AA85-06E2-702C-D558-B92B1F705AB8}"/>
              </a:ext>
            </a:extLst>
          </p:cNvPr>
          <p:cNvSpPr txBox="1"/>
          <p:nvPr/>
        </p:nvSpPr>
        <p:spPr>
          <a:xfrm>
            <a:off x="15188058" y="4647052"/>
            <a:ext cx="13781654" cy="8863965"/>
          </a:xfrm>
          <a:prstGeom prst="rect">
            <a:avLst/>
          </a:prstGeom>
          <a:noFill/>
        </p:spPr>
        <p:txBody>
          <a:bodyPr wrap="square">
            <a:spAutoFit/>
          </a:bodyPr>
          <a:lstStyle/>
          <a:p>
            <a:pPr algn="just">
              <a:spcAft>
                <a:spcPts val="0"/>
              </a:spcAft>
              <a:buNone/>
            </a:pPr>
            <a:endParaRPr lang="en-US" kern="100" dirty="0">
              <a:solidFill>
                <a:srgbClr val="000000"/>
              </a:solidFill>
              <a:ea typeface="Aptos" panose="020B0004020202020204" pitchFamily="34" charset="0"/>
              <a:cs typeface="Times New Roman" panose="02020603050405020304" pitchFamily="18" charset="0"/>
            </a:endParaRPr>
          </a:p>
          <a:p>
            <a:pPr algn="just"/>
            <a:r>
              <a:rPr lang="en-AU" kern="100" dirty="0">
                <a:ea typeface="Aptos" panose="020B0004020202020204" pitchFamily="34" charset="0"/>
                <a:cs typeface="Times New Roman" panose="02020603050405020304" pitchFamily="18" charset="0"/>
              </a:rPr>
              <a:t>Participants were randomly allocated to either a hold-out dataset (HOD; 5CC, 5HC) or a main dataset (39 CC, 32 HC). </a:t>
            </a:r>
            <a:r>
              <a:rPr lang="en-US" kern="100" dirty="0">
                <a:solidFill>
                  <a:srgbClr val="000000"/>
                </a:solidFill>
                <a:ea typeface="Aptos" panose="020B0004020202020204" pitchFamily="34" charset="0"/>
                <a:cs typeface="Times New Roman" panose="02020603050405020304" pitchFamily="18" charset="0"/>
              </a:rPr>
              <a:t>Analysis was performed using the OHBA HMM-MAR toolbox [11]. Based on cross-validation and free energy computation we identified that K=9 and </a:t>
            </a:r>
            <a:r>
              <a:rPr lang="en-US" kern="100" dirty="0" err="1">
                <a:solidFill>
                  <a:srgbClr val="000000"/>
                </a:solidFill>
                <a:ea typeface="Aptos" panose="020B0004020202020204" pitchFamily="34" charset="0"/>
                <a:cs typeface="Times New Roman" panose="02020603050405020304" pitchFamily="18" charset="0"/>
              </a:rPr>
              <a:t>Dirichilet</a:t>
            </a:r>
            <a:r>
              <a:rPr lang="en-US" kern="100" dirty="0">
                <a:solidFill>
                  <a:srgbClr val="000000"/>
                </a:solidFill>
                <a:ea typeface="Aptos" panose="020B0004020202020204" pitchFamily="34" charset="0"/>
                <a:cs typeface="Times New Roman" panose="02020603050405020304" pitchFamily="18" charset="0"/>
              </a:rPr>
              <a:t> </a:t>
            </a:r>
            <a:r>
              <a:rPr lang="en-US" kern="100" dirty="0" err="1">
                <a:solidFill>
                  <a:srgbClr val="000000"/>
                </a:solidFill>
                <a:ea typeface="Aptos" panose="020B0004020202020204" pitchFamily="34" charset="0"/>
                <a:cs typeface="Times New Roman" panose="02020603050405020304" pitchFamily="18" charset="0"/>
              </a:rPr>
              <a:t>Diag</a:t>
            </a:r>
            <a:r>
              <a:rPr lang="en-US" kern="100" dirty="0">
                <a:solidFill>
                  <a:srgbClr val="000000"/>
                </a:solidFill>
                <a:ea typeface="Aptos" panose="020B0004020202020204" pitchFamily="34" charset="0"/>
                <a:cs typeface="Times New Roman" panose="02020603050405020304" pitchFamily="18" charset="0"/>
              </a:rPr>
              <a:t>=10 provided the best fit given our HOD data. We then fit an HMM using these priors to the main dataset and subsequently quantified how much time participants spent in each brain state (fractional occupancy; FO).</a:t>
            </a:r>
          </a:p>
          <a:p>
            <a:pPr algn="just">
              <a:buNone/>
            </a:pPr>
            <a:endParaRPr lang="en-US" kern="100" dirty="0">
              <a:solidFill>
                <a:srgbClr val="000000"/>
              </a:solidFill>
              <a:ea typeface="Aptos" panose="020B0004020202020204" pitchFamily="34" charset="0"/>
              <a:cs typeface="Times New Roman" panose="02020603050405020304" pitchFamily="18" charset="0"/>
            </a:endParaRPr>
          </a:p>
          <a:p>
            <a:pPr algn="just">
              <a:buNone/>
            </a:pPr>
            <a:r>
              <a:rPr lang="en-US" kern="100" dirty="0">
                <a:solidFill>
                  <a:srgbClr val="000000"/>
                </a:solidFill>
                <a:ea typeface="Aptos" panose="020B0004020202020204" pitchFamily="34" charset="0"/>
                <a:cs typeface="Times New Roman" panose="02020603050405020304" pitchFamily="18" charset="0"/>
              </a:rPr>
              <a:t>We performed t-tests on the FO of the 9 HMM states (see Table 1). We then compared the FO of the states that exhibited differences between CC and HC in each segment in order to determine what video clips of the video stimulus elicited the observed differences.</a:t>
            </a:r>
          </a:p>
          <a:p>
            <a:pPr algn="just">
              <a:buNone/>
            </a:pPr>
            <a:endParaRPr lang="en-US" kern="100" dirty="0">
              <a:solidFill>
                <a:srgbClr val="000000"/>
              </a:solidFill>
              <a:ea typeface="Aptos" panose="020B0004020202020204" pitchFamily="34" charset="0"/>
              <a:cs typeface="Times New Roman" panose="02020603050405020304" pitchFamily="18" charset="0"/>
            </a:endParaRPr>
          </a:p>
          <a:p>
            <a:pPr algn="just"/>
            <a:r>
              <a:rPr lang="en-US" b="1" dirty="0"/>
              <a:t>RESULTS</a:t>
            </a:r>
          </a:p>
          <a:p>
            <a:pPr algn="just"/>
            <a:endParaRPr lang="en-US" sz="1800" dirty="0"/>
          </a:p>
          <a:p>
            <a:pPr algn="just"/>
            <a:r>
              <a:rPr lang="en-US" dirty="0"/>
              <a:t>We found that CC compared to HC occupied states 4 less and state 5 more compared to other states based on t tests, however these comparisons did not survive multiple comparisons correction. </a:t>
            </a:r>
          </a:p>
          <a:p>
            <a:pPr algn="just"/>
            <a:r>
              <a:rPr lang="en-US" dirty="0"/>
              <a:t>When relating the FO of state 4 and state 5 to the different video segments, we found that for state 4 these differences occurred predominantly in the video clips targeting the emotions happiness, fear, disgust, and sadness. For state 5 FO differences occurred mainly in video clips targeting happiness and sadness.</a:t>
            </a:r>
          </a:p>
          <a:p>
            <a:pPr algn="just"/>
            <a:endParaRPr lang="en-US" dirty="0"/>
          </a:p>
          <a:p>
            <a:pPr algn="just"/>
            <a:r>
              <a:rPr lang="en-US" dirty="0"/>
              <a:t>We also visualized the brain states to show the relative activation of the 17 ROIs.</a:t>
            </a:r>
          </a:p>
          <a:p>
            <a:pPr algn="just"/>
            <a:endParaRPr lang="en-AU" dirty="0"/>
          </a:p>
          <a:p>
            <a:pPr algn="just">
              <a:buNone/>
            </a:pPr>
            <a:endParaRPr lang="en-AU" kern="100" dirty="0">
              <a:ea typeface="Aptos" panose="020B0004020202020204" pitchFamily="34" charset="0"/>
              <a:cs typeface="Times New Roman" panose="02020603050405020304" pitchFamily="18" charset="0"/>
            </a:endParaRPr>
          </a:p>
        </p:txBody>
      </p:sp>
      <p:grpSp>
        <p:nvGrpSpPr>
          <p:cNvPr id="10" name="Group 9">
            <a:extLst>
              <a:ext uri="{FF2B5EF4-FFF2-40B4-BE49-F238E27FC236}">
                <a16:creationId xmlns:a16="http://schemas.microsoft.com/office/drawing/2014/main" id="{2C65C90B-4798-8AED-49E1-213A17663A4B}"/>
              </a:ext>
            </a:extLst>
          </p:cNvPr>
          <p:cNvGrpSpPr/>
          <p:nvPr/>
        </p:nvGrpSpPr>
        <p:grpSpPr>
          <a:xfrm>
            <a:off x="15502581" y="26295753"/>
            <a:ext cx="13245666" cy="8219610"/>
            <a:chOff x="15955528" y="25710209"/>
            <a:chExt cx="13421703" cy="8033090"/>
          </a:xfrm>
        </p:grpSpPr>
        <p:pic>
          <p:nvPicPr>
            <p:cNvPr id="9" name="Picture 8">
              <a:extLst>
                <a:ext uri="{FF2B5EF4-FFF2-40B4-BE49-F238E27FC236}">
                  <a16:creationId xmlns:a16="http://schemas.microsoft.com/office/drawing/2014/main" id="{9974C725-8773-C8E3-642E-406BABC2783D}"/>
                </a:ext>
              </a:extLst>
            </p:cNvPr>
            <p:cNvPicPr>
              <a:picLocks noChangeAspect="1"/>
            </p:cNvPicPr>
            <p:nvPr/>
          </p:nvPicPr>
          <p:blipFill>
            <a:blip r:embed="rId3"/>
            <a:stretch>
              <a:fillRect/>
            </a:stretch>
          </p:blipFill>
          <p:spPr>
            <a:xfrm>
              <a:off x="15955528" y="29842237"/>
              <a:ext cx="13421703" cy="3901062"/>
            </a:xfrm>
            <a:prstGeom prst="rect">
              <a:avLst/>
            </a:prstGeom>
          </p:spPr>
        </p:pic>
        <p:pic>
          <p:nvPicPr>
            <p:cNvPr id="8" name="Picture 7">
              <a:extLst>
                <a:ext uri="{FF2B5EF4-FFF2-40B4-BE49-F238E27FC236}">
                  <a16:creationId xmlns:a16="http://schemas.microsoft.com/office/drawing/2014/main" id="{3EB7B293-75B1-8ABB-D581-97363B7347C5}"/>
                </a:ext>
              </a:extLst>
            </p:cNvPr>
            <p:cNvPicPr>
              <a:picLocks noChangeAspect="1"/>
            </p:cNvPicPr>
            <p:nvPr/>
          </p:nvPicPr>
          <p:blipFill>
            <a:blip r:embed="rId4"/>
            <a:srcRect/>
            <a:stretch>
              <a:fillRect/>
            </a:stretch>
          </p:blipFill>
          <p:spPr>
            <a:xfrm>
              <a:off x="15955528" y="25710209"/>
              <a:ext cx="13421703" cy="3901061"/>
            </a:xfrm>
            <a:prstGeom prst="rect">
              <a:avLst/>
            </a:prstGeom>
          </p:spPr>
        </p:pic>
      </p:grpSp>
      <p:graphicFrame>
        <p:nvGraphicFramePr>
          <p:cNvPr id="18" name="Table 17">
            <a:extLst>
              <a:ext uri="{FF2B5EF4-FFF2-40B4-BE49-F238E27FC236}">
                <a16:creationId xmlns:a16="http://schemas.microsoft.com/office/drawing/2014/main" id="{3C58D0FE-D92B-E5BF-DB81-ED50F739554C}"/>
              </a:ext>
            </a:extLst>
          </p:cNvPr>
          <p:cNvGraphicFramePr>
            <a:graphicFrameLocks noGrp="1"/>
          </p:cNvGraphicFramePr>
          <p:nvPr>
            <p:extLst>
              <p:ext uri="{D42A27DB-BD31-4B8C-83A1-F6EECF244321}">
                <p14:modId xmlns:p14="http://schemas.microsoft.com/office/powerpoint/2010/main" val="3379929307"/>
              </p:ext>
            </p:extLst>
          </p:nvPr>
        </p:nvGraphicFramePr>
        <p:xfrm>
          <a:off x="820101" y="27912690"/>
          <a:ext cx="12515921" cy="5891324"/>
        </p:xfrm>
        <a:graphic>
          <a:graphicData uri="http://schemas.openxmlformats.org/drawingml/2006/table">
            <a:tbl>
              <a:tblPr>
                <a:tableStyleId>{793D81CF-94F2-401A-BA57-92F5A7B2D0C5}</a:tableStyleId>
              </a:tblPr>
              <a:tblGrid>
                <a:gridCol w="1266682">
                  <a:extLst>
                    <a:ext uri="{9D8B030D-6E8A-4147-A177-3AD203B41FA5}">
                      <a16:colId xmlns:a16="http://schemas.microsoft.com/office/drawing/2014/main" val="1950710897"/>
                    </a:ext>
                  </a:extLst>
                </a:gridCol>
                <a:gridCol w="1885344">
                  <a:extLst>
                    <a:ext uri="{9D8B030D-6E8A-4147-A177-3AD203B41FA5}">
                      <a16:colId xmlns:a16="http://schemas.microsoft.com/office/drawing/2014/main" val="1218109876"/>
                    </a:ext>
                  </a:extLst>
                </a:gridCol>
                <a:gridCol w="2628239">
                  <a:extLst>
                    <a:ext uri="{9D8B030D-6E8A-4147-A177-3AD203B41FA5}">
                      <a16:colId xmlns:a16="http://schemas.microsoft.com/office/drawing/2014/main" val="4090963820"/>
                    </a:ext>
                  </a:extLst>
                </a:gridCol>
                <a:gridCol w="2620507">
                  <a:extLst>
                    <a:ext uri="{9D8B030D-6E8A-4147-A177-3AD203B41FA5}">
                      <a16:colId xmlns:a16="http://schemas.microsoft.com/office/drawing/2014/main" val="1115190856"/>
                    </a:ext>
                  </a:extLst>
                </a:gridCol>
                <a:gridCol w="4115149">
                  <a:extLst>
                    <a:ext uri="{9D8B030D-6E8A-4147-A177-3AD203B41FA5}">
                      <a16:colId xmlns:a16="http://schemas.microsoft.com/office/drawing/2014/main" val="2452923745"/>
                    </a:ext>
                  </a:extLst>
                </a:gridCol>
              </a:tblGrid>
              <a:tr h="665584">
                <a:tc>
                  <a:txBody>
                    <a:bodyPr/>
                    <a:lstStyle/>
                    <a:p>
                      <a:pPr algn="ctr" fontAlgn="b">
                        <a:buNone/>
                      </a:pPr>
                      <a:r>
                        <a:rPr lang="en-AU" sz="1800" u="none" strike="noStrike" dirty="0">
                          <a:solidFill>
                            <a:schemeClr val="bg1"/>
                          </a:solidFill>
                          <a:effectLst/>
                        </a:rPr>
                        <a:t>HMM State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u="none" strike="noStrike" dirty="0">
                          <a:solidFill>
                            <a:schemeClr val="bg1"/>
                          </a:solidFill>
                          <a:effectLst/>
                        </a:rPr>
                        <a:t>p-value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b="0" u="none" strike="noStrike" dirty="0">
                          <a:solidFill>
                            <a:schemeClr val="bg1"/>
                          </a:solidFill>
                          <a:effectLst/>
                        </a:rPr>
                        <a:t>Standard Deviation</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u="none" strike="noStrike" dirty="0">
                          <a:solidFill>
                            <a:schemeClr val="bg1"/>
                          </a:solidFill>
                          <a:effectLst/>
                        </a:rPr>
                        <a:t>Confidence Interval</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u="none" strike="noStrike" dirty="0">
                          <a:solidFill>
                            <a:schemeClr val="bg1"/>
                          </a:solidFill>
                          <a:effectLst/>
                        </a:rPr>
                        <a:t>Adjusted p-value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extLst>
                  <a:ext uri="{0D108BD9-81ED-4DB2-BD59-A6C34878D82A}">
                    <a16:rowId xmlns:a16="http://schemas.microsoft.com/office/drawing/2014/main" val="3081141268"/>
                  </a:ext>
                </a:extLst>
              </a:tr>
              <a:tr h="603753">
                <a:tc>
                  <a:txBody>
                    <a:bodyPr/>
                    <a:lstStyle/>
                    <a:p>
                      <a:pPr algn="ctr" fontAlgn="b">
                        <a:buNone/>
                      </a:pPr>
                      <a:r>
                        <a:rPr lang="en-AU" sz="1800" u="none" strike="noStrike" dirty="0">
                          <a:effectLst/>
                        </a:rPr>
                        <a:t>1</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0.616714493</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0.029380785</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[-0.00796, 0.01321]</a:t>
                      </a:r>
                    </a:p>
                  </a:txBody>
                  <a:tcPr marL="9525" marR="9525" marT="9525" marB="0" anchor="ctr"/>
                </a:tc>
                <a:tc>
                  <a:txBody>
                    <a:bodyPr/>
                    <a:lstStyle/>
                    <a:p>
                      <a:pPr algn="ctr" fontAlgn="b">
                        <a:buNone/>
                      </a:pPr>
                      <a:r>
                        <a:rPr lang="en-AU" sz="1800" u="none" strike="noStrike" dirty="0">
                          <a:effectLst/>
                        </a:rPr>
                        <a:t>0.743445039</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866378785"/>
                  </a:ext>
                </a:extLst>
              </a:tr>
              <a:tr h="603753">
                <a:tc>
                  <a:txBody>
                    <a:bodyPr/>
                    <a:lstStyle/>
                    <a:p>
                      <a:pPr algn="ctr" fontAlgn="b">
                        <a:buNone/>
                      </a:pPr>
                      <a:r>
                        <a:rPr lang="en-AU" sz="1800" u="none" strike="noStrike" dirty="0">
                          <a:effectLst/>
                        </a:rPr>
                        <a:t>2</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0.40680231</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0.029972409</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[-0.00635, 0.01526]</a:t>
                      </a:r>
                    </a:p>
                  </a:txBody>
                  <a:tcPr marL="9525" marR="9525" marT="9525" marB="0" anchor="ctr"/>
                </a:tc>
                <a:tc>
                  <a:txBody>
                    <a:bodyPr/>
                    <a:lstStyle/>
                    <a:p>
                      <a:pPr algn="ctr" fontAlgn="b">
                        <a:buNone/>
                      </a:pPr>
                      <a:r>
                        <a:rPr lang="en-AU" sz="1800" u="none" strike="noStrike" dirty="0">
                          <a:effectLst/>
                        </a:rPr>
                        <a:t>0.610203464</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565870905"/>
                  </a:ext>
                </a:extLst>
              </a:tr>
              <a:tr h="603753">
                <a:tc>
                  <a:txBody>
                    <a:bodyPr/>
                    <a:lstStyle/>
                    <a:p>
                      <a:pPr algn="ctr" fontAlgn="b">
                        <a:buNone/>
                      </a:pPr>
                      <a:r>
                        <a:rPr lang="en-AU" sz="1800" u="none" strike="noStrike" dirty="0">
                          <a:effectLst/>
                        </a:rPr>
                        <a:t>3</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0.85327787</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0.024935476</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[-0.00816, 0.18648]</a:t>
                      </a:r>
                    </a:p>
                  </a:txBody>
                  <a:tcPr marL="9525" marR="9525" marT="9525" marB="0" anchor="ctr"/>
                </a:tc>
                <a:tc>
                  <a:txBody>
                    <a:bodyPr/>
                    <a:lstStyle/>
                    <a:p>
                      <a:pPr algn="ctr" fontAlgn="b">
                        <a:buNone/>
                      </a:pPr>
                      <a:r>
                        <a:rPr lang="en-AU" sz="1800" u="none" strike="noStrike" dirty="0">
                          <a:effectLst/>
                        </a:rPr>
                        <a:t>0.85327787</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39532118"/>
                  </a:ext>
                </a:extLst>
              </a:tr>
              <a:tr h="603753">
                <a:tc>
                  <a:txBody>
                    <a:bodyPr/>
                    <a:lstStyle/>
                    <a:p>
                      <a:pPr algn="ctr" fontAlgn="b">
                        <a:buNone/>
                      </a:pPr>
                      <a:r>
                        <a:rPr lang="en-AU" sz="1800" u="none" strike="noStrike" dirty="0">
                          <a:effectLst/>
                        </a:rPr>
                        <a:t>4</a:t>
                      </a:r>
                      <a:endParaRPr lang="en-AU" sz="1800" b="0" i="0" u="none" strike="noStrike" dirty="0">
                        <a:effectLst/>
                        <a:latin typeface="Calibri" panose="020F0502020204030204" pitchFamily="34" charset="0"/>
                      </a:endParaRPr>
                    </a:p>
                  </a:txBody>
                  <a:tcPr marL="9525" marR="9525" marT="9525" marB="0" anchor="ctr">
                    <a:solidFill>
                      <a:srgbClr val="07FFFB"/>
                    </a:solidFill>
                  </a:tcPr>
                </a:tc>
                <a:tc>
                  <a:txBody>
                    <a:bodyPr/>
                    <a:lstStyle/>
                    <a:p>
                      <a:pPr algn="ctr" fontAlgn="b">
                        <a:buNone/>
                      </a:pPr>
                      <a:r>
                        <a:rPr lang="en-AU" sz="1800" b="1" u="none" strike="noStrike" dirty="0">
                          <a:effectLst/>
                        </a:rPr>
                        <a:t>0.011454808</a:t>
                      </a:r>
                      <a:endParaRPr lang="en-AU" sz="1800" b="1" i="0" u="none" strike="noStrike" dirty="0">
                        <a:effectLst/>
                        <a:latin typeface="Calibri" panose="020F0502020204030204" pitchFamily="34" charset="0"/>
                      </a:endParaRPr>
                    </a:p>
                  </a:txBody>
                  <a:tcPr marL="9525" marR="9525" marT="9525" marB="0" anchor="ctr">
                    <a:solidFill>
                      <a:srgbClr val="07FFFB">
                        <a:alpha val="50196"/>
                      </a:srgbClr>
                    </a:solidFill>
                  </a:tcPr>
                </a:tc>
                <a:tc>
                  <a:txBody>
                    <a:bodyPr/>
                    <a:lstStyle/>
                    <a:p>
                      <a:pPr algn="ctr" fontAlgn="b">
                        <a:buNone/>
                      </a:pPr>
                      <a:r>
                        <a:rPr lang="en-AU" sz="1800" u="none" strike="noStrike" dirty="0">
                          <a:effectLst/>
                        </a:rPr>
                        <a:t>0.05276286</a:t>
                      </a:r>
                      <a:endParaRPr lang="en-AU" sz="1800" b="0" i="0" u="none" strike="noStrike" dirty="0">
                        <a:effectLst/>
                        <a:latin typeface="Calibri" panose="020F0502020204030204" pitchFamily="34" charset="0"/>
                      </a:endParaRPr>
                    </a:p>
                  </a:txBody>
                  <a:tcPr marL="9525" marR="9525" marT="9525" marB="0" anchor="ctr">
                    <a:solidFill>
                      <a:srgbClr val="07FFFB">
                        <a:alpha val="50196"/>
                      </a:srgbClr>
                    </a:solidFill>
                  </a:tcPr>
                </a:tc>
                <a:tc>
                  <a:txBody>
                    <a:bodyPr/>
                    <a:lstStyle/>
                    <a:p>
                      <a:pPr algn="ctr" fontAlgn="b">
                        <a:buNone/>
                      </a:pPr>
                      <a:r>
                        <a:rPr lang="en-CH" sz="1800" b="0" i="0" u="none" strike="noStrike" dirty="0">
                          <a:effectLst/>
                          <a:latin typeface="+mn-lt"/>
                        </a:rPr>
                        <a:t>[-0.04409, -2.68813]</a:t>
                      </a:r>
                    </a:p>
                  </a:txBody>
                  <a:tcPr marL="9525" marR="9525" marT="9525" marB="0" anchor="ctr">
                    <a:solidFill>
                      <a:srgbClr val="07FFFB">
                        <a:alpha val="50196"/>
                      </a:srgbClr>
                    </a:solidFill>
                  </a:tcPr>
                </a:tc>
                <a:tc>
                  <a:txBody>
                    <a:bodyPr/>
                    <a:lstStyle/>
                    <a:p>
                      <a:pPr algn="ctr" fontAlgn="b">
                        <a:buNone/>
                      </a:pPr>
                      <a:r>
                        <a:rPr lang="en-AU" sz="1800" u="none" strike="noStrike" dirty="0">
                          <a:effectLst/>
                        </a:rPr>
                        <a:t>0.103093273</a:t>
                      </a:r>
                      <a:endParaRPr lang="en-AU" sz="1800" b="0" i="0" u="none" strike="noStrike" dirty="0">
                        <a:effectLst/>
                        <a:latin typeface="Calibri" panose="020F0502020204030204" pitchFamily="34" charset="0"/>
                      </a:endParaRPr>
                    </a:p>
                  </a:txBody>
                  <a:tcPr marL="9525" marR="9525" marT="9525" marB="0" anchor="ctr">
                    <a:solidFill>
                      <a:srgbClr val="07FFFB">
                        <a:alpha val="50196"/>
                      </a:srgbClr>
                    </a:solidFill>
                  </a:tcPr>
                </a:tc>
                <a:extLst>
                  <a:ext uri="{0D108BD9-81ED-4DB2-BD59-A6C34878D82A}">
                    <a16:rowId xmlns:a16="http://schemas.microsoft.com/office/drawing/2014/main" val="3587250126"/>
                  </a:ext>
                </a:extLst>
              </a:tr>
              <a:tr h="603753">
                <a:tc>
                  <a:txBody>
                    <a:bodyPr/>
                    <a:lstStyle/>
                    <a:p>
                      <a:pPr algn="ctr" fontAlgn="b">
                        <a:buNone/>
                      </a:pPr>
                      <a:r>
                        <a:rPr lang="en-AU" sz="1800" u="none" strike="noStrike" dirty="0">
                          <a:effectLst/>
                        </a:rPr>
                        <a:t>5</a:t>
                      </a:r>
                      <a:endParaRPr lang="en-AU" sz="1800" b="0" i="0" u="none" strike="noStrike" dirty="0">
                        <a:effectLst/>
                        <a:latin typeface="Calibri" panose="020F0502020204030204" pitchFamily="34" charset="0"/>
                      </a:endParaRPr>
                    </a:p>
                  </a:txBody>
                  <a:tcPr marL="9525" marR="9525" marT="9525" marB="0" anchor="ctr">
                    <a:solidFill>
                      <a:srgbClr val="84FF7B"/>
                    </a:solidFill>
                  </a:tcPr>
                </a:tc>
                <a:tc>
                  <a:txBody>
                    <a:bodyPr/>
                    <a:lstStyle/>
                    <a:p>
                      <a:pPr algn="ctr" fontAlgn="b">
                        <a:buNone/>
                      </a:pPr>
                      <a:r>
                        <a:rPr lang="en-AU" sz="1800" b="1" u="none" strike="noStrike" dirty="0">
                          <a:effectLst/>
                        </a:rPr>
                        <a:t>0.033444333</a:t>
                      </a:r>
                      <a:endParaRPr lang="en-AU" sz="1800" b="1" i="0" u="none" strike="noStrike" dirty="0">
                        <a:effectLst/>
                        <a:latin typeface="Calibri" panose="020F0502020204030204" pitchFamily="34" charset="0"/>
                      </a:endParaRPr>
                    </a:p>
                  </a:txBody>
                  <a:tcPr marL="9525" marR="9525" marT="9525" marB="0" anchor="ctr">
                    <a:solidFill>
                      <a:srgbClr val="84FF7B">
                        <a:alpha val="50196"/>
                      </a:srgbClr>
                    </a:solidFill>
                  </a:tcPr>
                </a:tc>
                <a:tc>
                  <a:txBody>
                    <a:bodyPr/>
                    <a:lstStyle/>
                    <a:p>
                      <a:pPr algn="ctr" fontAlgn="b">
                        <a:buNone/>
                      </a:pPr>
                      <a:r>
                        <a:rPr lang="en-AU" sz="1800" u="none" strike="noStrike" dirty="0">
                          <a:effectLst/>
                        </a:rPr>
                        <a:t>0.027101147</a:t>
                      </a:r>
                      <a:endParaRPr lang="en-AU" sz="1800" b="0" i="0" u="none" strike="noStrike" dirty="0">
                        <a:effectLst/>
                        <a:latin typeface="Calibri" panose="020F0502020204030204" pitchFamily="34" charset="0"/>
                      </a:endParaRPr>
                    </a:p>
                  </a:txBody>
                  <a:tcPr marL="9525" marR="9525" marT="9525" marB="0" anchor="ctr">
                    <a:solidFill>
                      <a:srgbClr val="84FF7B">
                        <a:alpha val="50196"/>
                      </a:srgbClr>
                    </a:solidFill>
                  </a:tcPr>
                </a:tc>
                <a:tc>
                  <a:txBody>
                    <a:bodyPr/>
                    <a:lstStyle/>
                    <a:p>
                      <a:pPr algn="ctr" fontAlgn="b">
                        <a:buNone/>
                      </a:pPr>
                      <a:r>
                        <a:rPr lang="en-CH" sz="1800" b="0" i="0" u="none" strike="noStrike" dirty="0">
                          <a:effectLst/>
                          <a:latin typeface="+mn-lt"/>
                        </a:rPr>
                        <a:t>[0.00089, 2.22566]</a:t>
                      </a:r>
                    </a:p>
                  </a:txBody>
                  <a:tcPr marL="9525" marR="9525" marT="9525" marB="0" anchor="ctr">
                    <a:solidFill>
                      <a:srgbClr val="84FF7B">
                        <a:alpha val="50196"/>
                      </a:srgbClr>
                    </a:solidFill>
                  </a:tcPr>
                </a:tc>
                <a:tc>
                  <a:txBody>
                    <a:bodyPr/>
                    <a:lstStyle/>
                    <a:p>
                      <a:pPr algn="ctr" fontAlgn="b">
                        <a:buNone/>
                      </a:pPr>
                      <a:r>
                        <a:rPr lang="en-AU" sz="1800" u="none" strike="noStrike" dirty="0">
                          <a:effectLst/>
                        </a:rPr>
                        <a:t>0.1504995</a:t>
                      </a:r>
                      <a:endParaRPr lang="en-AU" sz="1800" b="0" i="0" u="none" strike="noStrike" dirty="0">
                        <a:effectLst/>
                        <a:latin typeface="Calibri" panose="020F0502020204030204" pitchFamily="34" charset="0"/>
                      </a:endParaRPr>
                    </a:p>
                  </a:txBody>
                  <a:tcPr marL="9525" marR="9525" marT="9525" marB="0" anchor="ctr">
                    <a:solidFill>
                      <a:srgbClr val="84FF7B">
                        <a:alpha val="50196"/>
                      </a:srgbClr>
                    </a:solidFill>
                  </a:tcPr>
                </a:tc>
                <a:extLst>
                  <a:ext uri="{0D108BD9-81ED-4DB2-BD59-A6C34878D82A}">
                    <a16:rowId xmlns:a16="http://schemas.microsoft.com/office/drawing/2014/main" val="1271637553"/>
                  </a:ext>
                </a:extLst>
              </a:tr>
              <a:tr h="395716">
                <a:tc>
                  <a:txBody>
                    <a:bodyPr/>
                    <a:lstStyle/>
                    <a:p>
                      <a:pPr algn="ctr" fontAlgn="b">
                        <a:buNone/>
                      </a:pPr>
                      <a:r>
                        <a:rPr lang="en-AU" sz="1800" u="none" strike="noStrike" dirty="0">
                          <a:effectLst/>
                        </a:rPr>
                        <a:t>6</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0.241973669</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0.028741026</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[-0.00431, 1.19286]</a:t>
                      </a:r>
                    </a:p>
                  </a:txBody>
                  <a:tcPr marL="9525" marR="9525" marT="9525" marB="0" anchor="ctr"/>
                </a:tc>
                <a:tc>
                  <a:txBody>
                    <a:bodyPr/>
                    <a:lstStyle/>
                    <a:p>
                      <a:pPr algn="ctr" fontAlgn="b">
                        <a:buNone/>
                      </a:pPr>
                      <a:r>
                        <a:rPr lang="en-AU" sz="1800" u="none" strike="noStrike" dirty="0">
                          <a:effectLst/>
                        </a:rPr>
                        <a:t>0.544440756</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1955994951"/>
                  </a:ext>
                </a:extLst>
              </a:tr>
              <a:tr h="603753">
                <a:tc>
                  <a:txBody>
                    <a:bodyPr/>
                    <a:lstStyle/>
                    <a:p>
                      <a:pPr algn="ctr" fontAlgn="b">
                        <a:buNone/>
                      </a:pPr>
                      <a:r>
                        <a:rPr lang="en-AU" sz="1800" u="none" strike="noStrike" dirty="0">
                          <a:effectLst/>
                        </a:rPr>
                        <a:t>7</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a:effectLst/>
                        </a:rPr>
                        <a:t>0.317530437</a:t>
                      </a:r>
                      <a:endParaRPr lang="en-AU" sz="1800" b="0" i="0" u="none" strike="noStrike">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0.033597883</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[-0.01814, -1.01592]</a:t>
                      </a:r>
                    </a:p>
                  </a:txBody>
                  <a:tcPr marL="9525" marR="9525" marT="9525" marB="0" anchor="ctr"/>
                </a:tc>
                <a:tc>
                  <a:txBody>
                    <a:bodyPr/>
                    <a:lstStyle/>
                    <a:p>
                      <a:pPr algn="ctr" fontAlgn="b">
                        <a:buNone/>
                      </a:pPr>
                      <a:r>
                        <a:rPr lang="en-AU" sz="1800" u="none" strike="noStrike" dirty="0">
                          <a:effectLst/>
                        </a:rPr>
                        <a:t>0.571554787</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3021625743"/>
                  </a:ext>
                </a:extLst>
              </a:tr>
              <a:tr h="603753">
                <a:tc>
                  <a:txBody>
                    <a:bodyPr/>
                    <a:lstStyle/>
                    <a:p>
                      <a:pPr algn="ctr" fontAlgn="b">
                        <a:buNone/>
                      </a:pPr>
                      <a:r>
                        <a:rPr lang="en-AU" sz="1800" u="none" strike="noStrike" dirty="0">
                          <a:effectLst/>
                        </a:rPr>
                        <a:t>8</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a:effectLst/>
                        </a:rPr>
                        <a:t>0.660840034</a:t>
                      </a:r>
                      <a:endParaRPr lang="en-AU" sz="1800" b="0" i="0" u="none" strike="noStrike">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0.03525043</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[-0.01546, -0.44300]</a:t>
                      </a:r>
                    </a:p>
                  </a:txBody>
                  <a:tcPr marL="9525" marR="9525" marT="9525" marB="0" anchor="ctr"/>
                </a:tc>
                <a:tc>
                  <a:txBody>
                    <a:bodyPr/>
                    <a:lstStyle/>
                    <a:p>
                      <a:pPr algn="ctr" fontAlgn="b">
                        <a:buNone/>
                      </a:pPr>
                      <a:r>
                        <a:rPr lang="en-AU" sz="1800" u="none" strike="noStrike" dirty="0">
                          <a:effectLst/>
                        </a:rPr>
                        <a:t>0.743445039</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125066314"/>
                  </a:ext>
                </a:extLst>
              </a:tr>
              <a:tr h="603753">
                <a:tc>
                  <a:txBody>
                    <a:bodyPr/>
                    <a:lstStyle/>
                    <a:p>
                      <a:pPr algn="ctr" fontAlgn="b">
                        <a:buNone/>
                      </a:pPr>
                      <a:r>
                        <a:rPr lang="en-AU" sz="1800" u="none" strike="noStrike" dirty="0">
                          <a:effectLst/>
                        </a:rPr>
                        <a:t>9</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0.124843396</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0.033135261</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[-0.00271, 1.57745]</a:t>
                      </a:r>
                    </a:p>
                  </a:txBody>
                  <a:tcPr marL="9525" marR="9525" marT="9525" marB="0" anchor="ctr"/>
                </a:tc>
                <a:tc>
                  <a:txBody>
                    <a:bodyPr/>
                    <a:lstStyle/>
                    <a:p>
                      <a:pPr algn="ctr" fontAlgn="b">
                        <a:buNone/>
                      </a:pPr>
                      <a:r>
                        <a:rPr lang="en-AU" sz="1800" u="none" strike="noStrike" dirty="0">
                          <a:effectLst/>
                        </a:rPr>
                        <a:t>0.374530187</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3186248895"/>
                  </a:ext>
                </a:extLst>
              </a:tr>
            </a:tbl>
          </a:graphicData>
        </a:graphic>
      </p:graphicFrame>
      <p:graphicFrame>
        <p:nvGraphicFramePr>
          <p:cNvPr id="19" name="Table 18">
            <a:extLst>
              <a:ext uri="{FF2B5EF4-FFF2-40B4-BE49-F238E27FC236}">
                <a16:creationId xmlns:a16="http://schemas.microsoft.com/office/drawing/2014/main" id="{C8276B45-66A0-0B5A-1399-4FB52D968E48}"/>
              </a:ext>
            </a:extLst>
          </p:cNvPr>
          <p:cNvGraphicFramePr>
            <a:graphicFrameLocks noGrp="1"/>
          </p:cNvGraphicFramePr>
          <p:nvPr>
            <p:extLst>
              <p:ext uri="{D42A27DB-BD31-4B8C-83A1-F6EECF244321}">
                <p14:modId xmlns:p14="http://schemas.microsoft.com/office/powerpoint/2010/main" val="4207117833"/>
              </p:ext>
            </p:extLst>
          </p:nvPr>
        </p:nvGraphicFramePr>
        <p:xfrm>
          <a:off x="13488950" y="14109684"/>
          <a:ext cx="15745291" cy="2286000"/>
        </p:xfrm>
        <a:graphic>
          <a:graphicData uri="http://schemas.openxmlformats.org/drawingml/2006/table">
            <a:tbl>
              <a:tblPr firstCol="1" bandRow="1">
                <a:tableStyleId>{8EC20E35-A176-4012-BC5E-935CFFF8708E}</a:tableStyleId>
              </a:tblPr>
              <a:tblGrid>
                <a:gridCol w="2471580">
                  <a:extLst>
                    <a:ext uri="{9D8B030D-6E8A-4147-A177-3AD203B41FA5}">
                      <a16:colId xmlns:a16="http://schemas.microsoft.com/office/drawing/2014/main" val="2760199544"/>
                    </a:ext>
                  </a:extLst>
                </a:gridCol>
                <a:gridCol w="1474857">
                  <a:extLst>
                    <a:ext uri="{9D8B030D-6E8A-4147-A177-3AD203B41FA5}">
                      <a16:colId xmlns:a16="http://schemas.microsoft.com/office/drawing/2014/main" val="48668993"/>
                    </a:ext>
                  </a:extLst>
                </a:gridCol>
                <a:gridCol w="972978">
                  <a:extLst>
                    <a:ext uri="{9D8B030D-6E8A-4147-A177-3AD203B41FA5}">
                      <a16:colId xmlns:a16="http://schemas.microsoft.com/office/drawing/2014/main" val="2275633060"/>
                    </a:ext>
                  </a:extLst>
                </a:gridCol>
                <a:gridCol w="1148420">
                  <a:extLst>
                    <a:ext uri="{9D8B030D-6E8A-4147-A177-3AD203B41FA5}">
                      <a16:colId xmlns:a16="http://schemas.microsoft.com/office/drawing/2014/main" val="2559365229"/>
                    </a:ext>
                  </a:extLst>
                </a:gridCol>
                <a:gridCol w="856621">
                  <a:extLst>
                    <a:ext uri="{9D8B030D-6E8A-4147-A177-3AD203B41FA5}">
                      <a16:colId xmlns:a16="http://schemas.microsoft.com/office/drawing/2014/main" val="2837821901"/>
                    </a:ext>
                  </a:extLst>
                </a:gridCol>
                <a:gridCol w="2212937">
                  <a:extLst>
                    <a:ext uri="{9D8B030D-6E8A-4147-A177-3AD203B41FA5}">
                      <a16:colId xmlns:a16="http://schemas.microsoft.com/office/drawing/2014/main" val="2561314647"/>
                    </a:ext>
                  </a:extLst>
                </a:gridCol>
                <a:gridCol w="1142161">
                  <a:extLst>
                    <a:ext uri="{9D8B030D-6E8A-4147-A177-3AD203B41FA5}">
                      <a16:colId xmlns:a16="http://schemas.microsoft.com/office/drawing/2014/main" val="3013146904"/>
                    </a:ext>
                  </a:extLst>
                </a:gridCol>
                <a:gridCol w="2070167">
                  <a:extLst>
                    <a:ext uri="{9D8B030D-6E8A-4147-A177-3AD203B41FA5}">
                      <a16:colId xmlns:a16="http://schemas.microsoft.com/office/drawing/2014/main" val="4097784059"/>
                    </a:ext>
                  </a:extLst>
                </a:gridCol>
                <a:gridCol w="1641856">
                  <a:extLst>
                    <a:ext uri="{9D8B030D-6E8A-4147-A177-3AD203B41FA5}">
                      <a16:colId xmlns:a16="http://schemas.microsoft.com/office/drawing/2014/main" val="210142211"/>
                    </a:ext>
                  </a:extLst>
                </a:gridCol>
                <a:gridCol w="1753714">
                  <a:extLst>
                    <a:ext uri="{9D8B030D-6E8A-4147-A177-3AD203B41FA5}">
                      <a16:colId xmlns:a16="http://schemas.microsoft.com/office/drawing/2014/main" val="2936510662"/>
                    </a:ext>
                  </a:extLst>
                </a:gridCol>
              </a:tblGrid>
              <a:tr h="143081">
                <a:tc>
                  <a:txBody>
                    <a:bodyPr/>
                    <a:lstStyle/>
                    <a:p>
                      <a:r>
                        <a:rPr lang="en-US" sz="2000" dirty="0">
                          <a:solidFill>
                            <a:schemeClr val="bg1"/>
                          </a:solidFill>
                        </a:rPr>
                        <a:t>Segment Number</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1</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2</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3</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4</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5</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6</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7</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8</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9</a:t>
                      </a:r>
                    </a:p>
                  </a:txBody>
                  <a:tcPr>
                    <a:lnL>
                      <a:noFill/>
                    </a:lnL>
                    <a:lnR>
                      <a:noFill/>
                    </a:lnR>
                    <a:lnT w="254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10386141"/>
                  </a:ext>
                </a:extLst>
              </a:tr>
              <a:tr h="237529">
                <a:tc>
                  <a:txBody>
                    <a:bodyPr/>
                    <a:lstStyle/>
                    <a:p>
                      <a:r>
                        <a:rPr lang="en-US" sz="2000" dirty="0">
                          <a:solidFill>
                            <a:schemeClr val="bg1"/>
                          </a:solidFill>
                        </a:rPr>
                        <a:t>Start (s)</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10</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25</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71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82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140</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156</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194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231</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46148226"/>
                  </a:ext>
                </a:extLst>
              </a:tr>
              <a:tr h="212694">
                <a:tc>
                  <a:txBody>
                    <a:bodyPr/>
                    <a:lstStyle/>
                    <a:p>
                      <a:r>
                        <a:rPr lang="en-US" sz="2000" dirty="0">
                          <a:solidFill>
                            <a:schemeClr val="bg1"/>
                          </a:solidFill>
                        </a:rPr>
                        <a:t>Length (s)</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11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16</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34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33</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41</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52132930"/>
                  </a:ext>
                </a:extLst>
              </a:tr>
              <a:tr h="372215">
                <a:tc>
                  <a:txBody>
                    <a:bodyPr/>
                    <a:lstStyle/>
                    <a:p>
                      <a:r>
                        <a:rPr lang="en-US" sz="2000" dirty="0">
                          <a:solidFill>
                            <a:schemeClr val="bg1"/>
                          </a:solidFill>
                        </a:rPr>
                        <a:t>Target Emotion</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Happy</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Happy</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Surprise</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Fear</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Disgust</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Disgust</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Sadness</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Sadness</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Surprise</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38433128"/>
                  </a:ext>
                </a:extLst>
              </a:tr>
              <a:tr h="67727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a:solidFill>
                            <a:schemeClr val="bg1"/>
                          </a:solidFill>
                        </a:rPr>
                        <a:t>% of time target emotion occurred</a:t>
                      </a:r>
                    </a:p>
                  </a:txBody>
                  <a:tcPr>
                    <a:lnL>
                      <a:noFill/>
                    </a:lnL>
                    <a:lnR>
                      <a:noFill/>
                    </a:lnR>
                    <a:lnT>
                      <a:noFill/>
                    </a:lnT>
                    <a:lnB w="25400" cmpd="sng">
                      <a:noFill/>
                    </a:lnB>
                    <a:lnTlToBr w="12700" cmpd="sng">
                      <a:noFill/>
                      <a:prstDash val="solid"/>
                    </a:lnTlToBr>
                    <a:lnBlToTr w="12700" cmpd="sng">
                      <a:noFill/>
                      <a:prstDash val="solid"/>
                    </a:lnBlToTr>
                  </a:tcPr>
                </a:tc>
                <a:tc>
                  <a:txBody>
                    <a:bodyPr/>
                    <a:lstStyle/>
                    <a:p>
                      <a:pPr algn="ctr"/>
                      <a:r>
                        <a:rPr lang="en-US" sz="2000" dirty="0">
                          <a:solidFill>
                            <a:schemeClr val="tx1"/>
                          </a:solidFill>
                        </a:rPr>
                        <a:t>67.3</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52.8</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9.2</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6.3</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23.6</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5.5</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5.1</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1.2</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11.7</a:t>
                      </a:r>
                    </a:p>
                  </a:txBody>
                  <a:tcPr>
                    <a:lnL>
                      <a:noFill/>
                    </a:lnL>
                    <a:lnR>
                      <a:noFill/>
                    </a:lnR>
                    <a:lnT>
                      <a:noFill/>
                    </a:lnT>
                    <a:lnB w="254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2231954"/>
                  </a:ext>
                </a:extLst>
              </a:tr>
            </a:tbl>
          </a:graphicData>
        </a:graphic>
      </p:graphicFrame>
      <p:pic>
        <p:nvPicPr>
          <p:cNvPr id="20" name="Picture 19">
            <a:extLst>
              <a:ext uri="{FF2B5EF4-FFF2-40B4-BE49-F238E27FC236}">
                <a16:creationId xmlns:a16="http://schemas.microsoft.com/office/drawing/2014/main" id="{F838CCED-D0DD-6665-16FE-E231D144962F}"/>
              </a:ext>
            </a:extLst>
          </p:cNvPr>
          <p:cNvPicPr>
            <a:picLocks noChangeAspect="1"/>
          </p:cNvPicPr>
          <p:nvPr/>
        </p:nvPicPr>
        <p:blipFill>
          <a:blip r:embed="rId5"/>
          <a:srcRect t="16273"/>
          <a:stretch>
            <a:fillRect/>
          </a:stretch>
        </p:blipFill>
        <p:spPr>
          <a:xfrm>
            <a:off x="15918722" y="34388381"/>
            <a:ext cx="12808366" cy="1055059"/>
          </a:xfrm>
          <a:prstGeom prst="rect">
            <a:avLst/>
          </a:prstGeom>
        </p:spPr>
      </p:pic>
      <p:sp>
        <p:nvSpPr>
          <p:cNvPr id="22" name="TextBox 21">
            <a:extLst>
              <a:ext uri="{FF2B5EF4-FFF2-40B4-BE49-F238E27FC236}">
                <a16:creationId xmlns:a16="http://schemas.microsoft.com/office/drawing/2014/main" id="{B67020D2-F056-556F-80FF-9F5B0B63AA13}"/>
              </a:ext>
            </a:extLst>
          </p:cNvPr>
          <p:cNvSpPr txBox="1"/>
          <p:nvPr/>
        </p:nvSpPr>
        <p:spPr>
          <a:xfrm>
            <a:off x="816759" y="26657732"/>
            <a:ext cx="12110760" cy="707886"/>
          </a:xfrm>
          <a:prstGeom prst="rect">
            <a:avLst/>
          </a:prstGeom>
          <a:noFill/>
        </p:spPr>
        <p:txBody>
          <a:bodyPr wrap="square" rtlCol="0">
            <a:spAutoFit/>
          </a:bodyPr>
          <a:lstStyle/>
          <a:p>
            <a:r>
              <a:rPr lang="en-GB" sz="2000" b="1" i="1" dirty="0"/>
              <a:t>Table 2. </a:t>
            </a:r>
            <a:r>
              <a:rPr lang="en-GB" sz="2000" dirty="0"/>
              <a:t>Between group t-tests for fractional occupancy (FO) of each state during video viewing, adjusted p-values corrected with </a:t>
            </a:r>
            <a:r>
              <a:rPr lang="en-US" sz="2000" kern="100" dirty="0">
                <a:solidFill>
                  <a:srgbClr val="000000"/>
                </a:solidFill>
                <a:ea typeface="Aptos" panose="020B0004020202020204" pitchFamily="34" charset="0"/>
                <a:cs typeface="Times New Roman" panose="02020603050405020304" pitchFamily="18" charset="0"/>
              </a:rPr>
              <a:t>Benjamini-Hochberg procedure for FDR correction</a:t>
            </a:r>
            <a:r>
              <a:rPr lang="en-GB" sz="2000" dirty="0"/>
              <a:t>  </a:t>
            </a:r>
          </a:p>
        </p:txBody>
      </p:sp>
      <p:sp>
        <p:nvSpPr>
          <p:cNvPr id="24" name="TextBox 23">
            <a:extLst>
              <a:ext uri="{FF2B5EF4-FFF2-40B4-BE49-F238E27FC236}">
                <a16:creationId xmlns:a16="http://schemas.microsoft.com/office/drawing/2014/main" id="{480BE9C0-4A71-0094-73C3-33DBBA518C1B}"/>
              </a:ext>
            </a:extLst>
          </p:cNvPr>
          <p:cNvSpPr txBox="1"/>
          <p:nvPr/>
        </p:nvSpPr>
        <p:spPr>
          <a:xfrm>
            <a:off x="13431000" y="12976945"/>
            <a:ext cx="16078310" cy="1015663"/>
          </a:xfrm>
          <a:prstGeom prst="rect">
            <a:avLst/>
          </a:prstGeom>
          <a:solidFill>
            <a:schemeClr val="bg1"/>
          </a:solidFill>
        </p:spPr>
        <p:txBody>
          <a:bodyPr wrap="square" rtlCol="0">
            <a:spAutoFit/>
          </a:bodyPr>
          <a:lstStyle/>
          <a:p>
            <a:r>
              <a:rPr lang="en-GB" sz="2000" b="1" i="1" dirty="0"/>
              <a:t>Table 1. </a:t>
            </a:r>
            <a:r>
              <a:rPr lang="en-US" sz="2000" dirty="0"/>
              <a:t>Video stimulus description. Each segment represents a video clip that was designed by </a:t>
            </a:r>
            <a:r>
              <a:rPr lang="en-US" sz="2000" dirty="0" err="1"/>
              <a:t>Mavadati</a:t>
            </a:r>
            <a:r>
              <a:rPr lang="en-US" sz="2000" dirty="0"/>
              <a:t> and Mahoor [10] to elicit a target emotion. The authors showed the video clips to participants and measured their facial Action Units (AUs) as a response to the video clips, based on which they showed that the vide-clips elicited AUs related to the target to differing degrees (”%Target emotion occurred”).</a:t>
            </a:r>
            <a:endParaRPr lang="en-GB" sz="2000" dirty="0"/>
          </a:p>
        </p:txBody>
      </p:sp>
      <p:pic>
        <p:nvPicPr>
          <p:cNvPr id="44" name="Picture 43">
            <a:extLst>
              <a:ext uri="{FF2B5EF4-FFF2-40B4-BE49-F238E27FC236}">
                <a16:creationId xmlns:a16="http://schemas.microsoft.com/office/drawing/2014/main" id="{2E3DAA0A-A78E-E691-1849-C94A630CA117}"/>
              </a:ext>
            </a:extLst>
          </p:cNvPr>
          <p:cNvPicPr>
            <a:picLocks noChangeAspect="1"/>
          </p:cNvPicPr>
          <p:nvPr/>
        </p:nvPicPr>
        <p:blipFill>
          <a:blip r:embed="rId6"/>
          <a:srcRect l="9344" t="70511" r="9050" b="6260"/>
          <a:stretch>
            <a:fillRect/>
          </a:stretch>
        </p:blipFill>
        <p:spPr>
          <a:xfrm>
            <a:off x="15222897" y="17222757"/>
            <a:ext cx="14011344" cy="2408460"/>
          </a:xfrm>
          <a:prstGeom prst="rect">
            <a:avLst/>
          </a:prstGeom>
        </p:spPr>
      </p:pic>
      <p:sp>
        <p:nvSpPr>
          <p:cNvPr id="37" name="TextBox 36">
            <a:extLst>
              <a:ext uri="{FF2B5EF4-FFF2-40B4-BE49-F238E27FC236}">
                <a16:creationId xmlns:a16="http://schemas.microsoft.com/office/drawing/2014/main" id="{4503F86D-1A43-8301-6264-A05ABC0D7D78}"/>
              </a:ext>
            </a:extLst>
          </p:cNvPr>
          <p:cNvSpPr txBox="1"/>
          <p:nvPr/>
        </p:nvSpPr>
        <p:spPr>
          <a:xfrm flipH="1">
            <a:off x="15760683" y="16925408"/>
            <a:ext cx="13473558" cy="492120"/>
          </a:xfrm>
          <a:prstGeom prst="rect">
            <a:avLst/>
          </a:prstGeom>
          <a:solidFill>
            <a:schemeClr val="bg1"/>
          </a:solidFill>
        </p:spPr>
        <p:txBody>
          <a:bodyPr wrap="square" rtlCol="0">
            <a:spAutoFit/>
          </a:bodyPr>
          <a:lstStyle/>
          <a:p>
            <a:pPr algn="ctr">
              <a:lnSpc>
                <a:spcPct val="115000"/>
              </a:lnSpc>
              <a:spcAft>
                <a:spcPts val="800"/>
              </a:spcAft>
            </a:pPr>
            <a:r>
              <a:rPr lang="en-AU" b="1" kern="100" dirty="0">
                <a:ea typeface="Aptos" panose="020B0004020202020204" pitchFamily="34" charset="0"/>
                <a:cs typeface="Times New Roman" panose="02020603050405020304" pitchFamily="18" charset="0"/>
              </a:rPr>
              <a:t>FRACTIONAL OCCUPANCY HC</a:t>
            </a:r>
            <a:endParaRPr lang="en-AU" kern="100" dirty="0">
              <a:ea typeface="Aptos" panose="020B0004020202020204" pitchFamily="34" charset="0"/>
              <a:cs typeface="Times New Roman" panose="02020603050405020304" pitchFamily="18" charset="0"/>
            </a:endParaRPr>
          </a:p>
        </p:txBody>
      </p:sp>
      <p:pic>
        <p:nvPicPr>
          <p:cNvPr id="46" name="Picture 45">
            <a:extLst>
              <a:ext uri="{FF2B5EF4-FFF2-40B4-BE49-F238E27FC236}">
                <a16:creationId xmlns:a16="http://schemas.microsoft.com/office/drawing/2014/main" id="{FF73AD76-0DAD-F406-08BA-9CAB45C40FA8}"/>
              </a:ext>
            </a:extLst>
          </p:cNvPr>
          <p:cNvPicPr>
            <a:picLocks noChangeAspect="1"/>
          </p:cNvPicPr>
          <p:nvPr/>
        </p:nvPicPr>
        <p:blipFill>
          <a:blip r:embed="rId7"/>
          <a:srcRect l="9507" t="70217" r="8964" b="3276"/>
          <a:stretch>
            <a:fillRect/>
          </a:stretch>
        </p:blipFill>
        <p:spPr>
          <a:xfrm>
            <a:off x="15227796" y="21131391"/>
            <a:ext cx="14041640" cy="3013143"/>
          </a:xfrm>
          <a:prstGeom prst="rect">
            <a:avLst/>
          </a:prstGeom>
        </p:spPr>
      </p:pic>
      <p:sp>
        <p:nvSpPr>
          <p:cNvPr id="47" name="TextBox 46">
            <a:extLst>
              <a:ext uri="{FF2B5EF4-FFF2-40B4-BE49-F238E27FC236}">
                <a16:creationId xmlns:a16="http://schemas.microsoft.com/office/drawing/2014/main" id="{8A5F17B0-BF49-EB10-47CC-3C15A9DE30EC}"/>
              </a:ext>
            </a:extLst>
          </p:cNvPr>
          <p:cNvSpPr txBox="1"/>
          <p:nvPr/>
        </p:nvSpPr>
        <p:spPr>
          <a:xfrm flipH="1">
            <a:off x="15795878" y="21084436"/>
            <a:ext cx="13473558" cy="492120"/>
          </a:xfrm>
          <a:prstGeom prst="rect">
            <a:avLst/>
          </a:prstGeom>
          <a:solidFill>
            <a:schemeClr val="bg1"/>
          </a:solidFill>
        </p:spPr>
        <p:txBody>
          <a:bodyPr wrap="square" rtlCol="0">
            <a:spAutoFit/>
          </a:bodyPr>
          <a:lstStyle/>
          <a:p>
            <a:pPr algn="ctr">
              <a:lnSpc>
                <a:spcPct val="115000"/>
              </a:lnSpc>
              <a:spcAft>
                <a:spcPts val="800"/>
              </a:spcAft>
            </a:pPr>
            <a:r>
              <a:rPr lang="en-AU" b="1" kern="100" dirty="0">
                <a:ea typeface="Aptos" panose="020B0004020202020204" pitchFamily="34" charset="0"/>
                <a:cs typeface="Times New Roman" panose="02020603050405020304" pitchFamily="18" charset="0"/>
              </a:rPr>
              <a:t>FRACTIONAL OCCUPANCY CC</a:t>
            </a:r>
            <a:endParaRPr lang="en-AU" kern="100" dirty="0">
              <a:ea typeface="Aptos" panose="020B0004020202020204" pitchFamily="34" charset="0"/>
              <a:cs typeface="Times New Roman" panose="02020603050405020304" pitchFamily="18" charset="0"/>
            </a:endParaRPr>
          </a:p>
        </p:txBody>
      </p:sp>
      <p:sp>
        <p:nvSpPr>
          <p:cNvPr id="64" name="TextBox 63">
            <a:extLst>
              <a:ext uri="{FF2B5EF4-FFF2-40B4-BE49-F238E27FC236}">
                <a16:creationId xmlns:a16="http://schemas.microsoft.com/office/drawing/2014/main" id="{BDAECA5E-3F73-2E9B-A888-E5335E9896EF}"/>
              </a:ext>
            </a:extLst>
          </p:cNvPr>
          <p:cNvSpPr txBox="1"/>
          <p:nvPr/>
        </p:nvSpPr>
        <p:spPr>
          <a:xfrm>
            <a:off x="13836729" y="19580769"/>
            <a:ext cx="15397512" cy="627531"/>
          </a:xfrm>
          <a:prstGeom prst="rect">
            <a:avLst/>
          </a:prstGeom>
          <a:noFill/>
          <a:ln w="76200">
            <a:solidFill>
              <a:srgbClr val="07FFFB"/>
            </a:solidFill>
          </a:ln>
        </p:spPr>
        <p:txBody>
          <a:bodyPr wrap="square" rtlCol="0" anchor="ctr" anchorCtr="0">
            <a:noAutofit/>
          </a:bodyPr>
          <a:lstStyle/>
          <a:p>
            <a:r>
              <a:rPr lang="en-GB" sz="2000" dirty="0"/>
              <a:t>M</a:t>
            </a:r>
            <a:r>
              <a:rPr lang="en-CH" sz="2000" dirty="0"/>
              <a:t>ean FO state 4:       0.154.      </a:t>
            </a:r>
            <a:r>
              <a:rPr lang="en-CH" sz="2000" b="1" dirty="0"/>
              <a:t>0.150**    </a:t>
            </a:r>
            <a:r>
              <a:rPr lang="en-CH" sz="2000" dirty="0"/>
              <a:t>0.178     0.148</a:t>
            </a:r>
            <a:r>
              <a:rPr lang="en-CH" sz="2000" b="1" dirty="0"/>
              <a:t>           0.172*                </a:t>
            </a:r>
            <a:r>
              <a:rPr lang="en-CH" sz="2000" dirty="0"/>
              <a:t>0.184            </a:t>
            </a:r>
            <a:r>
              <a:rPr lang="en-CH" sz="2000" b="1" dirty="0"/>
              <a:t>0.183**                 </a:t>
            </a:r>
            <a:r>
              <a:rPr lang="en-CH" sz="2000" dirty="0"/>
              <a:t>0.171 </a:t>
            </a:r>
            <a:r>
              <a:rPr lang="en-CH" sz="2000" b="1" dirty="0"/>
              <a:t>  </a:t>
            </a:r>
            <a:r>
              <a:rPr lang="en-CH" sz="2000" dirty="0"/>
              <a:t> </a:t>
            </a:r>
            <a:r>
              <a:rPr lang="en-CH" sz="2000" b="1" dirty="0"/>
              <a:t>           </a:t>
            </a:r>
            <a:r>
              <a:rPr lang="en-CH" sz="2000" dirty="0"/>
              <a:t>0.175 </a:t>
            </a:r>
            <a:r>
              <a:rPr lang="en-CH" sz="2000" b="1" dirty="0"/>
              <a:t>   </a:t>
            </a:r>
          </a:p>
        </p:txBody>
      </p:sp>
      <p:sp>
        <p:nvSpPr>
          <p:cNvPr id="65" name="TextBox 64">
            <a:extLst>
              <a:ext uri="{FF2B5EF4-FFF2-40B4-BE49-F238E27FC236}">
                <a16:creationId xmlns:a16="http://schemas.microsoft.com/office/drawing/2014/main" id="{D8935C76-B89D-5A00-5092-6287A57B7445}"/>
              </a:ext>
            </a:extLst>
          </p:cNvPr>
          <p:cNvSpPr txBox="1"/>
          <p:nvPr/>
        </p:nvSpPr>
        <p:spPr>
          <a:xfrm>
            <a:off x="13833100" y="20317629"/>
            <a:ext cx="15397512" cy="627531"/>
          </a:xfrm>
          <a:prstGeom prst="rect">
            <a:avLst/>
          </a:prstGeom>
          <a:noFill/>
          <a:ln w="76200">
            <a:solidFill>
              <a:srgbClr val="84FF7B"/>
            </a:solidFill>
          </a:ln>
        </p:spPr>
        <p:txBody>
          <a:bodyPr wrap="square" rtlCol="0" anchor="ctr" anchorCtr="0">
            <a:noAutofit/>
          </a:bodyPr>
          <a:lstStyle/>
          <a:p>
            <a:r>
              <a:rPr lang="en-GB" sz="2000" dirty="0"/>
              <a:t>M</a:t>
            </a:r>
            <a:r>
              <a:rPr lang="en-CH" sz="2000" dirty="0"/>
              <a:t>ean FO state 5:       </a:t>
            </a:r>
            <a:r>
              <a:rPr lang="en-CH" sz="2000" b="1" dirty="0"/>
              <a:t>0.120***   </a:t>
            </a:r>
            <a:r>
              <a:rPr lang="en-CH" sz="2000" dirty="0"/>
              <a:t>0.089.      0.102     0.093             0.084                0.079           0.089</a:t>
            </a:r>
            <a:r>
              <a:rPr lang="en-CH" sz="2000" b="1" dirty="0"/>
              <a:t>                    </a:t>
            </a:r>
            <a:r>
              <a:rPr lang="en-CH" sz="2000" dirty="0"/>
              <a:t>0.088               0.082         </a:t>
            </a:r>
          </a:p>
        </p:txBody>
      </p:sp>
      <p:sp>
        <p:nvSpPr>
          <p:cNvPr id="68" name="TextBox 67">
            <a:extLst>
              <a:ext uri="{FF2B5EF4-FFF2-40B4-BE49-F238E27FC236}">
                <a16:creationId xmlns:a16="http://schemas.microsoft.com/office/drawing/2014/main" id="{7E14F091-6B1F-62AA-0A43-1EE55470EF4D}"/>
              </a:ext>
            </a:extLst>
          </p:cNvPr>
          <p:cNvSpPr txBox="1"/>
          <p:nvPr/>
        </p:nvSpPr>
        <p:spPr>
          <a:xfrm>
            <a:off x="13833100" y="24196496"/>
            <a:ext cx="15397512" cy="627531"/>
          </a:xfrm>
          <a:prstGeom prst="rect">
            <a:avLst/>
          </a:prstGeom>
          <a:noFill/>
          <a:ln w="76200">
            <a:solidFill>
              <a:srgbClr val="07FFFB"/>
            </a:solidFill>
          </a:ln>
        </p:spPr>
        <p:txBody>
          <a:bodyPr wrap="square" rtlCol="0" anchor="ctr" anchorCtr="0">
            <a:noAutofit/>
          </a:bodyPr>
          <a:lstStyle/>
          <a:p>
            <a:r>
              <a:rPr lang="en-GB" sz="2000" dirty="0"/>
              <a:t>M</a:t>
            </a:r>
            <a:r>
              <a:rPr lang="en-CH" sz="2000" dirty="0"/>
              <a:t>ean FO state 4:       0.156.      </a:t>
            </a:r>
            <a:r>
              <a:rPr lang="en-CH" sz="2000" b="1" dirty="0"/>
              <a:t>0.196**    </a:t>
            </a:r>
            <a:r>
              <a:rPr lang="en-CH" sz="2000" dirty="0"/>
              <a:t>0.182.   0.222              </a:t>
            </a:r>
            <a:r>
              <a:rPr lang="en-CH" sz="2000" b="1" dirty="0"/>
              <a:t>0.195*               </a:t>
            </a:r>
            <a:r>
              <a:rPr lang="en-CH" sz="2000" dirty="0"/>
              <a:t>0.202           </a:t>
            </a:r>
            <a:r>
              <a:rPr lang="en-CH" sz="2000" b="1" dirty="0"/>
              <a:t> 0.213**                </a:t>
            </a:r>
            <a:r>
              <a:rPr lang="en-CH" sz="2000" dirty="0"/>
              <a:t>0.165</a:t>
            </a:r>
            <a:r>
              <a:rPr lang="en-CH" sz="2000" b="1" dirty="0"/>
              <a:t>               </a:t>
            </a:r>
            <a:r>
              <a:rPr lang="en-CH" sz="2000" dirty="0"/>
              <a:t>0.183 </a:t>
            </a:r>
            <a:endParaRPr lang="en-CH" sz="2000" b="1" dirty="0"/>
          </a:p>
        </p:txBody>
      </p:sp>
      <p:sp>
        <p:nvSpPr>
          <p:cNvPr id="69" name="TextBox 68">
            <a:extLst>
              <a:ext uri="{FF2B5EF4-FFF2-40B4-BE49-F238E27FC236}">
                <a16:creationId xmlns:a16="http://schemas.microsoft.com/office/drawing/2014/main" id="{CC799E0D-98BE-A37A-6819-5FCB00EF9919}"/>
              </a:ext>
            </a:extLst>
          </p:cNvPr>
          <p:cNvSpPr txBox="1"/>
          <p:nvPr/>
        </p:nvSpPr>
        <p:spPr>
          <a:xfrm>
            <a:off x="13829471" y="24933356"/>
            <a:ext cx="15397512" cy="627531"/>
          </a:xfrm>
          <a:prstGeom prst="rect">
            <a:avLst/>
          </a:prstGeom>
          <a:noFill/>
          <a:ln w="76200">
            <a:solidFill>
              <a:srgbClr val="84FF7B"/>
            </a:solidFill>
          </a:ln>
        </p:spPr>
        <p:txBody>
          <a:bodyPr wrap="square" rtlCol="0" anchor="ctr" anchorCtr="0">
            <a:noAutofit/>
          </a:bodyPr>
          <a:lstStyle/>
          <a:p>
            <a:r>
              <a:rPr lang="en-GB" sz="2000" dirty="0"/>
              <a:t>M</a:t>
            </a:r>
            <a:r>
              <a:rPr lang="en-CH" sz="2000" dirty="0"/>
              <a:t>ean FO state 5:       </a:t>
            </a:r>
            <a:r>
              <a:rPr lang="en-CH" sz="2000" b="1" dirty="0"/>
              <a:t>0.074***   </a:t>
            </a:r>
            <a:r>
              <a:rPr lang="en-CH" sz="2000" dirty="0"/>
              <a:t>0.790       0.089   0.075               0.091                 0.066            0.074</a:t>
            </a:r>
            <a:r>
              <a:rPr lang="en-CH" sz="2000" b="1" dirty="0"/>
              <a:t>                   </a:t>
            </a:r>
            <a:r>
              <a:rPr lang="en-CH" sz="2000" dirty="0"/>
              <a:t>0.080               0.072</a:t>
            </a:r>
            <a:r>
              <a:rPr lang="en-CH" sz="2000" b="1" dirty="0"/>
              <a:t> </a:t>
            </a:r>
            <a:endParaRPr lang="en-CH" sz="2000" dirty="0"/>
          </a:p>
        </p:txBody>
      </p:sp>
      <p:sp>
        <p:nvSpPr>
          <p:cNvPr id="11" name="TextBox 10">
            <a:extLst>
              <a:ext uri="{FF2B5EF4-FFF2-40B4-BE49-F238E27FC236}">
                <a16:creationId xmlns:a16="http://schemas.microsoft.com/office/drawing/2014/main" id="{C74D4998-5EA4-7F87-FEBE-33637BE2999A}"/>
              </a:ext>
            </a:extLst>
          </p:cNvPr>
          <p:cNvSpPr txBox="1"/>
          <p:nvPr/>
        </p:nvSpPr>
        <p:spPr>
          <a:xfrm>
            <a:off x="812424" y="25600423"/>
            <a:ext cx="11770667" cy="707886"/>
          </a:xfrm>
          <a:prstGeom prst="rect">
            <a:avLst/>
          </a:prstGeom>
          <a:noFill/>
        </p:spPr>
        <p:txBody>
          <a:bodyPr wrap="square" rtlCol="0">
            <a:spAutoFit/>
          </a:bodyPr>
          <a:lstStyle/>
          <a:p>
            <a:pPr algn="just"/>
            <a:r>
              <a:rPr lang="en-US" sz="2000" b="1" i="1" dirty="0"/>
              <a:t>Figure 1. </a:t>
            </a:r>
            <a:r>
              <a:rPr lang="en-US" altLang="en-US" sz="2000" dirty="0">
                <a:solidFill>
                  <a:srgbClr val="000000"/>
                </a:solidFill>
              </a:rPr>
              <a:t>Spatial maps of the 9 HMM states. The </a:t>
            </a:r>
            <a:r>
              <a:rPr lang="en-US" altLang="en-US" sz="2000" dirty="0" err="1">
                <a:solidFill>
                  <a:srgbClr val="000000"/>
                </a:solidFill>
              </a:rPr>
              <a:t>colour</a:t>
            </a:r>
            <a:r>
              <a:rPr lang="en-US" altLang="en-US" sz="2000" dirty="0">
                <a:solidFill>
                  <a:srgbClr val="000000"/>
                </a:solidFill>
              </a:rPr>
              <a:t> gradient indicates standardized relative magnitude of activation for the 17 ROIs of the Yeo et al. [12] atlas.</a:t>
            </a:r>
            <a:endParaRPr lang="en-US" sz="2000" dirty="0"/>
          </a:p>
        </p:txBody>
      </p:sp>
      <p:sp>
        <p:nvSpPr>
          <p:cNvPr id="12" name="TextBox 11">
            <a:extLst>
              <a:ext uri="{FF2B5EF4-FFF2-40B4-BE49-F238E27FC236}">
                <a16:creationId xmlns:a16="http://schemas.microsoft.com/office/drawing/2014/main" id="{B0ADF85D-F218-087B-E954-9BF50BE6DA48}"/>
              </a:ext>
            </a:extLst>
          </p:cNvPr>
          <p:cNvSpPr txBox="1"/>
          <p:nvPr/>
        </p:nvSpPr>
        <p:spPr>
          <a:xfrm>
            <a:off x="15222896" y="35304649"/>
            <a:ext cx="13746815" cy="1938992"/>
          </a:xfrm>
          <a:prstGeom prst="rect">
            <a:avLst/>
          </a:prstGeom>
          <a:solidFill>
            <a:schemeClr val="bg1"/>
          </a:solidFill>
        </p:spPr>
        <p:txBody>
          <a:bodyPr wrap="square" rtlCol="0">
            <a:spAutoFit/>
          </a:bodyPr>
          <a:lstStyle/>
          <a:p>
            <a:pPr algn="just"/>
            <a:endParaRPr lang="en-US" sz="2000" b="1" i="1" dirty="0"/>
          </a:p>
          <a:p>
            <a:pPr algn="just"/>
            <a:r>
              <a:rPr lang="en-US" sz="2000" b="1" i="1" dirty="0"/>
              <a:t>Figure 2. </a:t>
            </a:r>
            <a:r>
              <a:rPr lang="en-US" sz="2000" dirty="0"/>
              <a:t>Fractional Occupancy (FO) of states were plotted against time. </a:t>
            </a:r>
            <a:r>
              <a:rPr lang="en-US" sz="2000" i="1" dirty="0"/>
              <a:t>a) </a:t>
            </a:r>
            <a:r>
              <a:rPr lang="en-US" sz="2000" dirty="0"/>
              <a:t>FO of each state at each point in time. Time spent in states 4 and 5 at each point in time were related to the different movie segments using t-tests</a:t>
            </a:r>
            <a:r>
              <a:rPr lang="en-GB" sz="2000" dirty="0"/>
              <a:t> and corrected with </a:t>
            </a:r>
            <a:r>
              <a:rPr lang="en-US" sz="2000" kern="100" dirty="0">
                <a:solidFill>
                  <a:srgbClr val="000000"/>
                </a:solidFill>
                <a:ea typeface="Aptos" panose="020B0004020202020204" pitchFamily="34" charset="0"/>
                <a:cs typeface="Times New Roman" panose="02020603050405020304" pitchFamily="18" charset="0"/>
              </a:rPr>
              <a:t>Benjamini-Hochberg procedure for FDR correction</a:t>
            </a:r>
            <a:r>
              <a:rPr lang="en-GB" sz="2000" kern="100" dirty="0">
                <a:solidFill>
                  <a:srgbClr val="000000"/>
                </a:solidFill>
                <a:ea typeface="Aptos" panose="020B0004020202020204" pitchFamily="34" charset="0"/>
                <a:cs typeface="Times New Roman" panose="02020603050405020304" pitchFamily="18" charset="0"/>
              </a:rPr>
              <a:t>. *</a:t>
            </a:r>
            <a:r>
              <a:rPr lang="en-GB" sz="2000" kern="100" dirty="0" err="1">
                <a:solidFill>
                  <a:srgbClr val="000000"/>
                </a:solidFill>
                <a:ea typeface="Aptos" panose="020B0004020202020204" pitchFamily="34" charset="0"/>
                <a:cs typeface="Times New Roman" panose="02020603050405020304" pitchFamily="18" charset="0"/>
              </a:rPr>
              <a:t>p</a:t>
            </a:r>
            <a:r>
              <a:rPr lang="en-GB" sz="2000" kern="100" baseline="-25000" dirty="0" err="1">
                <a:solidFill>
                  <a:srgbClr val="000000"/>
                </a:solidFill>
                <a:ea typeface="Aptos" panose="020B0004020202020204" pitchFamily="34" charset="0"/>
                <a:cs typeface="Times New Roman" panose="02020603050405020304" pitchFamily="18" charset="0"/>
              </a:rPr>
              <a:t>corrected</a:t>
            </a:r>
            <a:r>
              <a:rPr lang="en-GB" sz="2000" kern="100" dirty="0">
                <a:solidFill>
                  <a:srgbClr val="000000"/>
                </a:solidFill>
                <a:ea typeface="Aptos" panose="020B0004020202020204" pitchFamily="34" charset="0"/>
                <a:cs typeface="Times New Roman" panose="02020603050405020304" pitchFamily="18" charset="0"/>
              </a:rPr>
              <a:t>&lt; 0.05, **</a:t>
            </a:r>
            <a:r>
              <a:rPr lang="en-GB" sz="2000" kern="100" dirty="0" err="1">
                <a:solidFill>
                  <a:srgbClr val="000000"/>
                </a:solidFill>
                <a:ea typeface="Aptos" panose="020B0004020202020204" pitchFamily="34" charset="0"/>
                <a:cs typeface="Times New Roman" panose="02020603050405020304" pitchFamily="18" charset="0"/>
              </a:rPr>
              <a:t>p</a:t>
            </a:r>
            <a:r>
              <a:rPr lang="en-GB" sz="2000" kern="100" baseline="-25000" dirty="0" err="1">
                <a:solidFill>
                  <a:srgbClr val="000000"/>
                </a:solidFill>
                <a:ea typeface="Aptos" panose="020B0004020202020204" pitchFamily="34" charset="0"/>
                <a:cs typeface="Times New Roman" panose="02020603050405020304" pitchFamily="18" charset="0"/>
              </a:rPr>
              <a:t>corrected</a:t>
            </a:r>
            <a:r>
              <a:rPr lang="en-GB" sz="2000" kern="100" dirty="0">
                <a:solidFill>
                  <a:srgbClr val="000000"/>
                </a:solidFill>
                <a:ea typeface="Aptos" panose="020B0004020202020204" pitchFamily="34" charset="0"/>
                <a:cs typeface="Times New Roman" panose="02020603050405020304" pitchFamily="18" charset="0"/>
              </a:rPr>
              <a:t>&lt; 0.01, ***</a:t>
            </a:r>
            <a:r>
              <a:rPr lang="en-GB" sz="2000" kern="100" dirty="0" err="1">
                <a:solidFill>
                  <a:srgbClr val="000000"/>
                </a:solidFill>
                <a:ea typeface="Aptos" panose="020B0004020202020204" pitchFamily="34" charset="0"/>
                <a:cs typeface="Times New Roman" panose="02020603050405020304" pitchFamily="18" charset="0"/>
              </a:rPr>
              <a:t>p</a:t>
            </a:r>
            <a:r>
              <a:rPr lang="en-GB" sz="2000" kern="100" baseline="-25000" dirty="0" err="1">
                <a:solidFill>
                  <a:srgbClr val="000000"/>
                </a:solidFill>
                <a:ea typeface="Aptos" panose="020B0004020202020204" pitchFamily="34" charset="0"/>
                <a:cs typeface="Times New Roman" panose="02020603050405020304" pitchFamily="18" charset="0"/>
              </a:rPr>
              <a:t>corrected</a:t>
            </a:r>
            <a:r>
              <a:rPr lang="en-GB" sz="2000" kern="100" dirty="0">
                <a:solidFill>
                  <a:srgbClr val="000000"/>
                </a:solidFill>
                <a:ea typeface="Aptos" panose="020B0004020202020204" pitchFamily="34" charset="0"/>
                <a:cs typeface="Times New Roman" panose="02020603050405020304" pitchFamily="18" charset="0"/>
              </a:rPr>
              <a:t>&lt; 0.001. </a:t>
            </a:r>
            <a:r>
              <a:rPr lang="en-GB" sz="2000" i="1" kern="100" dirty="0">
                <a:solidFill>
                  <a:srgbClr val="000000"/>
                </a:solidFill>
                <a:ea typeface="Aptos" panose="020B0004020202020204" pitchFamily="34" charset="0"/>
                <a:cs typeface="Times New Roman" panose="02020603050405020304" pitchFamily="18" charset="0"/>
              </a:rPr>
              <a:t>b) </a:t>
            </a:r>
            <a:r>
              <a:rPr lang="en-GB" sz="2000" kern="100" dirty="0">
                <a:solidFill>
                  <a:srgbClr val="000000"/>
                </a:solidFill>
                <a:ea typeface="Aptos" panose="020B0004020202020204" pitchFamily="34" charset="0"/>
                <a:cs typeface="Times New Roman" panose="02020603050405020304" pitchFamily="18" charset="0"/>
              </a:rPr>
              <a:t>States with the highest FO at each point in time (x axis) were plotted for each individual (y axis). </a:t>
            </a:r>
            <a:r>
              <a:rPr lang="en-GB" sz="2000" i="1" kern="100" dirty="0">
                <a:solidFill>
                  <a:srgbClr val="000000"/>
                </a:solidFill>
                <a:ea typeface="Aptos" panose="020B0004020202020204" pitchFamily="34" charset="0"/>
                <a:cs typeface="Times New Roman" panose="02020603050405020304" pitchFamily="18" charset="0"/>
              </a:rPr>
              <a:t>c) </a:t>
            </a:r>
            <a:r>
              <a:rPr lang="en-GB" sz="2000" kern="100" dirty="0">
                <a:solidFill>
                  <a:srgbClr val="000000"/>
                </a:solidFill>
                <a:ea typeface="Aptos" panose="020B0004020202020204" pitchFamily="34" charset="0"/>
                <a:cs typeface="Times New Roman" panose="02020603050405020304" pitchFamily="18" charset="0"/>
              </a:rPr>
              <a:t>Colour bar showing colour representation of state numbers.</a:t>
            </a:r>
            <a:endParaRPr lang="en-US" sz="2000" dirty="0"/>
          </a:p>
        </p:txBody>
      </p:sp>
      <p:sp>
        <p:nvSpPr>
          <p:cNvPr id="2" name="TextBox 1">
            <a:extLst>
              <a:ext uri="{FF2B5EF4-FFF2-40B4-BE49-F238E27FC236}">
                <a16:creationId xmlns:a16="http://schemas.microsoft.com/office/drawing/2014/main" id="{0D18200E-206A-39D1-2B97-FF7B0E5834BA}"/>
              </a:ext>
            </a:extLst>
          </p:cNvPr>
          <p:cNvSpPr txBox="1"/>
          <p:nvPr/>
        </p:nvSpPr>
        <p:spPr>
          <a:xfrm>
            <a:off x="899956" y="34650652"/>
            <a:ext cx="13521047" cy="5262979"/>
          </a:xfrm>
          <a:prstGeom prst="rect">
            <a:avLst/>
          </a:prstGeom>
          <a:noFill/>
        </p:spPr>
        <p:txBody>
          <a:bodyPr wrap="square" rtlCol="0">
            <a:spAutoFit/>
          </a:bodyPr>
          <a:lstStyle/>
          <a:p>
            <a:r>
              <a:rPr lang="en-US" b="1" dirty="0"/>
              <a:t>CONCLUSIONS</a:t>
            </a:r>
          </a:p>
          <a:p>
            <a:pPr algn="just"/>
            <a:endParaRPr lang="en-AU" dirty="0"/>
          </a:p>
          <a:p>
            <a:pPr algn="just"/>
            <a:r>
              <a:rPr lang="en-US" dirty="0"/>
              <a:t>In our first preliminary analysis, we found promising indications of differences in functional connectivity during video-viewing. </a:t>
            </a:r>
            <a:r>
              <a:rPr lang="en-AU" dirty="0"/>
              <a:t>Difference in expression of brain states 4 and 5 were significant in the segments targeting the following emotions: happiness, sadness, and disgust. </a:t>
            </a:r>
          </a:p>
          <a:p>
            <a:pPr algn="just"/>
            <a:endParaRPr lang="en-US" dirty="0"/>
          </a:p>
          <a:p>
            <a:pPr algn="just"/>
            <a:r>
              <a:rPr lang="en-US" dirty="0"/>
              <a:t>There are several limitations to this first analysis. Firstly, our current model does not show any difference in transition probabilities across states. On a conceptual level, this finding is erroneous and points to potential hidden issues in our modelling process. Secondly, the video stimulus itself does not reliably elicit the emotions the different clips it targets as shown by the original authors’ study. Thus, other dynamics captured by the video stimulus may provide more insight than the different segments.  </a:t>
            </a:r>
            <a:r>
              <a:rPr lang="en-AU" dirty="0"/>
              <a:t>We will revisit our parameters underlying the HMM-MAR, and continue to analyse other outputs (heart rate, switching rate) in correlation with clinical scoring (PANSS).</a:t>
            </a:r>
          </a:p>
          <a:p>
            <a:pPr algn="just"/>
            <a:endParaRPr lang="en-US" b="1" dirty="0"/>
          </a:p>
        </p:txBody>
      </p:sp>
      <p:sp>
        <p:nvSpPr>
          <p:cNvPr id="3" name="TextBox 2">
            <a:extLst>
              <a:ext uri="{FF2B5EF4-FFF2-40B4-BE49-F238E27FC236}">
                <a16:creationId xmlns:a16="http://schemas.microsoft.com/office/drawing/2014/main" id="{769E0FC4-B1C8-EACE-7FFC-0786F0EAF1F1}"/>
              </a:ext>
            </a:extLst>
          </p:cNvPr>
          <p:cNvSpPr txBox="1"/>
          <p:nvPr/>
        </p:nvSpPr>
        <p:spPr>
          <a:xfrm rot="16200000" flipH="1">
            <a:off x="13546726" y="27961377"/>
            <a:ext cx="4235893" cy="416140"/>
          </a:xfrm>
          <a:prstGeom prst="rect">
            <a:avLst/>
          </a:prstGeom>
          <a:solidFill>
            <a:schemeClr val="bg1"/>
          </a:solidFill>
        </p:spPr>
        <p:txBody>
          <a:bodyPr wrap="square" rtlCol="0">
            <a:spAutoFit/>
          </a:bodyPr>
          <a:lstStyle/>
          <a:p>
            <a:pPr algn="ctr">
              <a:lnSpc>
                <a:spcPct val="115000"/>
              </a:lnSpc>
              <a:spcAft>
                <a:spcPts val="800"/>
              </a:spcAft>
            </a:pPr>
            <a:r>
              <a:rPr lang="en-AU" sz="2000" kern="100" dirty="0">
                <a:ea typeface="Aptos" panose="020B0004020202020204" pitchFamily="34" charset="0"/>
                <a:cs typeface="Times New Roman" panose="02020603050405020304" pitchFamily="18" charset="0"/>
              </a:rPr>
              <a:t>FRACTIONAL OCCUPANCY CC</a:t>
            </a:r>
          </a:p>
        </p:txBody>
      </p:sp>
      <p:sp>
        <p:nvSpPr>
          <p:cNvPr id="4" name="TextBox 3">
            <a:extLst>
              <a:ext uri="{FF2B5EF4-FFF2-40B4-BE49-F238E27FC236}">
                <a16:creationId xmlns:a16="http://schemas.microsoft.com/office/drawing/2014/main" id="{16E83B50-59E3-C12C-B7CA-B5AA1160E663}"/>
              </a:ext>
            </a:extLst>
          </p:cNvPr>
          <p:cNvSpPr txBox="1"/>
          <p:nvPr/>
        </p:nvSpPr>
        <p:spPr>
          <a:xfrm rot="16200000" flipH="1">
            <a:off x="13546726" y="32189347"/>
            <a:ext cx="4235893" cy="416140"/>
          </a:xfrm>
          <a:prstGeom prst="rect">
            <a:avLst/>
          </a:prstGeom>
          <a:solidFill>
            <a:schemeClr val="bg1"/>
          </a:solidFill>
        </p:spPr>
        <p:txBody>
          <a:bodyPr wrap="square" rtlCol="0">
            <a:spAutoFit/>
          </a:bodyPr>
          <a:lstStyle/>
          <a:p>
            <a:pPr algn="ctr">
              <a:lnSpc>
                <a:spcPct val="115000"/>
              </a:lnSpc>
              <a:spcAft>
                <a:spcPts val="800"/>
              </a:spcAft>
            </a:pPr>
            <a:r>
              <a:rPr lang="en-AU" sz="2000" kern="100" dirty="0">
                <a:ea typeface="Aptos" panose="020B0004020202020204" pitchFamily="34" charset="0"/>
                <a:cs typeface="Times New Roman" panose="02020603050405020304" pitchFamily="18" charset="0"/>
              </a:rPr>
              <a:t>FRACTIONAL OCCUPANCY HC</a:t>
            </a:r>
          </a:p>
        </p:txBody>
      </p:sp>
      <p:sp>
        <p:nvSpPr>
          <p:cNvPr id="5" name="TextBox 4">
            <a:extLst>
              <a:ext uri="{FF2B5EF4-FFF2-40B4-BE49-F238E27FC236}">
                <a16:creationId xmlns:a16="http://schemas.microsoft.com/office/drawing/2014/main" id="{36B40BA1-FCA4-E676-4A04-FD1D4786804D}"/>
              </a:ext>
            </a:extLst>
          </p:cNvPr>
          <p:cNvSpPr txBox="1"/>
          <p:nvPr/>
        </p:nvSpPr>
        <p:spPr>
          <a:xfrm flipH="1">
            <a:off x="15663423" y="30013600"/>
            <a:ext cx="13130802" cy="416140"/>
          </a:xfrm>
          <a:prstGeom prst="rect">
            <a:avLst/>
          </a:prstGeom>
          <a:solidFill>
            <a:schemeClr val="bg1"/>
          </a:solidFill>
        </p:spPr>
        <p:txBody>
          <a:bodyPr wrap="square" rtlCol="0">
            <a:spAutoFit/>
          </a:bodyPr>
          <a:lstStyle/>
          <a:p>
            <a:pPr algn="ctr">
              <a:lnSpc>
                <a:spcPct val="115000"/>
              </a:lnSpc>
              <a:spcAft>
                <a:spcPts val="800"/>
              </a:spcAft>
            </a:pPr>
            <a:endParaRPr lang="en-AU" sz="2000" kern="100" dirty="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2A8470C8-96E2-421D-B6FC-FB2511289AF9}"/>
              </a:ext>
            </a:extLst>
          </p:cNvPr>
          <p:cNvSpPr txBox="1"/>
          <p:nvPr/>
        </p:nvSpPr>
        <p:spPr>
          <a:xfrm flipH="1">
            <a:off x="15857599" y="34247824"/>
            <a:ext cx="13130802" cy="416140"/>
          </a:xfrm>
          <a:prstGeom prst="rect">
            <a:avLst/>
          </a:prstGeom>
          <a:solidFill>
            <a:schemeClr val="bg1"/>
          </a:solidFill>
        </p:spPr>
        <p:txBody>
          <a:bodyPr wrap="square" rtlCol="0">
            <a:spAutoFit/>
          </a:bodyPr>
          <a:lstStyle/>
          <a:p>
            <a:pPr algn="ctr">
              <a:lnSpc>
                <a:spcPct val="115000"/>
              </a:lnSpc>
              <a:spcAft>
                <a:spcPts val="800"/>
              </a:spcAft>
            </a:pPr>
            <a:endParaRPr lang="en-AU" sz="2000" kern="100" dirty="0">
              <a:ea typeface="Aptos" panose="020B000402020202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95D49A10-4082-2FF5-424E-3D4C304210D5}"/>
              </a:ext>
            </a:extLst>
          </p:cNvPr>
          <p:cNvSpPr txBox="1"/>
          <p:nvPr/>
        </p:nvSpPr>
        <p:spPr>
          <a:xfrm>
            <a:off x="13829471" y="17222757"/>
            <a:ext cx="591532" cy="461665"/>
          </a:xfrm>
          <a:prstGeom prst="rect">
            <a:avLst/>
          </a:prstGeom>
          <a:noFill/>
        </p:spPr>
        <p:txBody>
          <a:bodyPr wrap="square" rtlCol="0">
            <a:spAutoFit/>
          </a:bodyPr>
          <a:lstStyle/>
          <a:p>
            <a:r>
              <a:rPr lang="en-GB" dirty="0"/>
              <a:t>a)</a:t>
            </a:r>
          </a:p>
        </p:txBody>
      </p:sp>
      <p:sp>
        <p:nvSpPr>
          <p:cNvPr id="17" name="TextBox 16">
            <a:extLst>
              <a:ext uri="{FF2B5EF4-FFF2-40B4-BE49-F238E27FC236}">
                <a16:creationId xmlns:a16="http://schemas.microsoft.com/office/drawing/2014/main" id="{0DA9F635-0487-644B-8F56-EB62582B3FFD}"/>
              </a:ext>
            </a:extLst>
          </p:cNvPr>
          <p:cNvSpPr txBox="1"/>
          <p:nvPr/>
        </p:nvSpPr>
        <p:spPr>
          <a:xfrm>
            <a:off x="13836729" y="25955825"/>
            <a:ext cx="584274" cy="461665"/>
          </a:xfrm>
          <a:prstGeom prst="rect">
            <a:avLst/>
          </a:prstGeom>
          <a:noFill/>
        </p:spPr>
        <p:txBody>
          <a:bodyPr wrap="square" rtlCol="0">
            <a:spAutoFit/>
          </a:bodyPr>
          <a:lstStyle/>
          <a:p>
            <a:r>
              <a:rPr lang="en-GB" dirty="0"/>
              <a:t>b)</a:t>
            </a:r>
          </a:p>
        </p:txBody>
      </p:sp>
      <p:sp>
        <p:nvSpPr>
          <p:cNvPr id="21" name="TextBox 20">
            <a:extLst>
              <a:ext uri="{FF2B5EF4-FFF2-40B4-BE49-F238E27FC236}">
                <a16:creationId xmlns:a16="http://schemas.microsoft.com/office/drawing/2014/main" id="{0941AD27-3F7C-DBA4-4B3C-E7C50FACE100}"/>
              </a:ext>
            </a:extLst>
          </p:cNvPr>
          <p:cNvSpPr txBox="1"/>
          <p:nvPr/>
        </p:nvSpPr>
        <p:spPr>
          <a:xfrm>
            <a:off x="14201502" y="34663964"/>
            <a:ext cx="617109" cy="461665"/>
          </a:xfrm>
          <a:prstGeom prst="rect">
            <a:avLst/>
          </a:prstGeom>
          <a:noFill/>
        </p:spPr>
        <p:txBody>
          <a:bodyPr wrap="square" rtlCol="0">
            <a:spAutoFit/>
          </a:bodyPr>
          <a:lstStyle/>
          <a:p>
            <a:r>
              <a:rPr lang="en-GB" dirty="0"/>
              <a:t>c)</a:t>
            </a:r>
          </a:p>
        </p:txBody>
      </p:sp>
      <p:sp>
        <p:nvSpPr>
          <p:cNvPr id="26" name="TextBox 25">
            <a:extLst>
              <a:ext uri="{FF2B5EF4-FFF2-40B4-BE49-F238E27FC236}">
                <a16:creationId xmlns:a16="http://schemas.microsoft.com/office/drawing/2014/main" id="{43FF5C33-EEE9-ED7D-4426-6D5349E4DBA1}"/>
              </a:ext>
            </a:extLst>
          </p:cNvPr>
          <p:cNvSpPr txBox="1"/>
          <p:nvPr/>
        </p:nvSpPr>
        <p:spPr>
          <a:xfrm>
            <a:off x="15288469" y="34685077"/>
            <a:ext cx="584274" cy="461665"/>
          </a:xfrm>
          <a:prstGeom prst="rect">
            <a:avLst/>
          </a:prstGeom>
          <a:noFill/>
        </p:spPr>
        <p:txBody>
          <a:bodyPr wrap="square" rtlCol="0">
            <a:spAutoFit/>
          </a:bodyPr>
          <a:lstStyle/>
          <a:p>
            <a:r>
              <a:rPr lang="en-GB" dirty="0"/>
              <a:t>c)</a:t>
            </a:r>
          </a:p>
        </p:txBody>
      </p:sp>
      <p:grpSp>
        <p:nvGrpSpPr>
          <p:cNvPr id="32" name="Group 31">
            <a:extLst>
              <a:ext uri="{FF2B5EF4-FFF2-40B4-BE49-F238E27FC236}">
                <a16:creationId xmlns:a16="http://schemas.microsoft.com/office/drawing/2014/main" id="{DAF97BDF-8444-2337-9EAE-F6A3046E2AB2}"/>
              </a:ext>
            </a:extLst>
          </p:cNvPr>
          <p:cNvGrpSpPr/>
          <p:nvPr/>
        </p:nvGrpSpPr>
        <p:grpSpPr>
          <a:xfrm>
            <a:off x="827344" y="39979945"/>
            <a:ext cx="13973255" cy="1827469"/>
            <a:chOff x="4275340" y="40617911"/>
            <a:chExt cx="13973255" cy="1827469"/>
          </a:xfrm>
        </p:grpSpPr>
        <p:pic>
          <p:nvPicPr>
            <p:cNvPr id="13" name="Picture 12">
              <a:extLst>
                <a:ext uri="{FF2B5EF4-FFF2-40B4-BE49-F238E27FC236}">
                  <a16:creationId xmlns:a16="http://schemas.microsoft.com/office/drawing/2014/main" id="{CAB3C8A8-B09B-FA58-EAFB-30A21700E5B6}"/>
                </a:ext>
              </a:extLst>
            </p:cNvPr>
            <p:cNvPicPr>
              <a:picLocks noChangeAspect="1"/>
            </p:cNvPicPr>
            <p:nvPr/>
          </p:nvPicPr>
          <p:blipFill>
            <a:blip r:embed="rId8"/>
            <a:stretch>
              <a:fillRect/>
            </a:stretch>
          </p:blipFill>
          <p:spPr>
            <a:xfrm>
              <a:off x="6817524" y="40617911"/>
              <a:ext cx="6164360" cy="1813046"/>
            </a:xfrm>
            <a:prstGeom prst="rect">
              <a:avLst/>
            </a:prstGeom>
          </p:spPr>
        </p:pic>
        <p:pic>
          <p:nvPicPr>
            <p:cNvPr id="14" name="Picture 13">
              <a:extLst>
                <a:ext uri="{FF2B5EF4-FFF2-40B4-BE49-F238E27FC236}">
                  <a16:creationId xmlns:a16="http://schemas.microsoft.com/office/drawing/2014/main" id="{1C141DEB-18BA-8AE6-A12D-A9A44AC2EB77}"/>
                </a:ext>
              </a:extLst>
            </p:cNvPr>
            <p:cNvPicPr>
              <a:picLocks noChangeAspect="1"/>
            </p:cNvPicPr>
            <p:nvPr/>
          </p:nvPicPr>
          <p:blipFill>
            <a:blip r:embed="rId9"/>
            <a:srcRect l="2337" t="4143" b="4234"/>
            <a:stretch>
              <a:fillRect/>
            </a:stretch>
          </p:blipFill>
          <p:spPr>
            <a:xfrm>
              <a:off x="4275340" y="40779710"/>
              <a:ext cx="1772544" cy="1665670"/>
            </a:xfrm>
            <a:prstGeom prst="rect">
              <a:avLst/>
            </a:prstGeom>
          </p:spPr>
        </p:pic>
        <p:sp>
          <p:nvSpPr>
            <p:cNvPr id="15" name="TextBox 14">
              <a:extLst>
                <a:ext uri="{FF2B5EF4-FFF2-40B4-BE49-F238E27FC236}">
                  <a16:creationId xmlns:a16="http://schemas.microsoft.com/office/drawing/2014/main" id="{47DD6A97-BB77-E54D-67F1-4B2D5DAFF1D6}"/>
                </a:ext>
              </a:extLst>
            </p:cNvPr>
            <p:cNvSpPr txBox="1"/>
            <p:nvPr/>
          </p:nvSpPr>
          <p:spPr>
            <a:xfrm>
              <a:off x="14800599" y="41170491"/>
              <a:ext cx="3447996" cy="707886"/>
            </a:xfrm>
            <a:prstGeom prst="rect">
              <a:avLst/>
            </a:prstGeom>
            <a:noFill/>
          </p:spPr>
          <p:txBody>
            <a:bodyPr wrap="square" rtlCol="0">
              <a:spAutoFit/>
            </a:bodyPr>
            <a:lstStyle/>
            <a:p>
              <a:r>
                <a:rPr lang="en-AU" sz="2000" b="1" dirty="0"/>
                <a:t>Contact Details </a:t>
              </a:r>
              <a:r>
                <a:rPr lang="en-AU" sz="2000" dirty="0"/>
                <a:t>(scan)</a:t>
              </a:r>
            </a:p>
            <a:p>
              <a:r>
                <a:rPr lang="en-AU" sz="2000" dirty="0"/>
                <a:t>E: judyxli19@gmail.com</a:t>
              </a:r>
            </a:p>
          </p:txBody>
        </p:sp>
        <p:pic>
          <p:nvPicPr>
            <p:cNvPr id="29" name="Picture 28" descr="A qr code on a white background&#10;&#10;AI-generated content may be incorrect.">
              <a:extLst>
                <a:ext uri="{FF2B5EF4-FFF2-40B4-BE49-F238E27FC236}">
                  <a16:creationId xmlns:a16="http://schemas.microsoft.com/office/drawing/2014/main" id="{25F04396-38D8-3C14-5451-536A373CF3CF}"/>
                </a:ext>
              </a:extLst>
            </p:cNvPr>
            <p:cNvPicPr>
              <a:picLocks noChangeAspect="1"/>
            </p:cNvPicPr>
            <p:nvPr/>
          </p:nvPicPr>
          <p:blipFill>
            <a:blip r:embed="rId10"/>
            <a:stretch>
              <a:fillRect/>
            </a:stretch>
          </p:blipFill>
          <p:spPr>
            <a:xfrm>
              <a:off x="13154078" y="40835824"/>
              <a:ext cx="1527112" cy="1553441"/>
            </a:xfrm>
            <a:prstGeom prst="rect">
              <a:avLst/>
            </a:prstGeom>
          </p:spPr>
        </p:pic>
      </p:grpSp>
      <p:grpSp>
        <p:nvGrpSpPr>
          <p:cNvPr id="61" name="Group 60">
            <a:extLst>
              <a:ext uri="{FF2B5EF4-FFF2-40B4-BE49-F238E27FC236}">
                <a16:creationId xmlns:a16="http://schemas.microsoft.com/office/drawing/2014/main" id="{9C9AF70A-ACC3-6123-0B88-0EB82E9C61B6}"/>
              </a:ext>
            </a:extLst>
          </p:cNvPr>
          <p:cNvGrpSpPr/>
          <p:nvPr/>
        </p:nvGrpSpPr>
        <p:grpSpPr>
          <a:xfrm>
            <a:off x="1005777" y="12112847"/>
            <a:ext cx="12330246" cy="13089560"/>
            <a:chOff x="981435" y="17874511"/>
            <a:chExt cx="11632818" cy="11291855"/>
          </a:xfrm>
        </p:grpSpPr>
        <p:pic>
          <p:nvPicPr>
            <p:cNvPr id="7" name="Picture 6" descr="A screenshot of a graph showing different colors&#10;&#10;AI-generated content may be incorrect.">
              <a:extLst>
                <a:ext uri="{FF2B5EF4-FFF2-40B4-BE49-F238E27FC236}">
                  <a16:creationId xmlns:a16="http://schemas.microsoft.com/office/drawing/2014/main" id="{1B39AA4C-F003-89F0-885E-7F33E570F834}"/>
                </a:ext>
              </a:extLst>
            </p:cNvPr>
            <p:cNvPicPr>
              <a:picLocks noChangeAspect="1"/>
            </p:cNvPicPr>
            <p:nvPr/>
          </p:nvPicPr>
          <p:blipFill>
            <a:blip r:embed="rId11"/>
            <a:srcRect l="91315" t="6583" r="1559" b="8580"/>
            <a:stretch>
              <a:fillRect/>
            </a:stretch>
          </p:blipFill>
          <p:spPr>
            <a:xfrm>
              <a:off x="11606802" y="18137085"/>
              <a:ext cx="1007451" cy="10608165"/>
            </a:xfrm>
            <a:prstGeom prst="rect">
              <a:avLst/>
            </a:prstGeom>
          </p:spPr>
        </p:pic>
        <p:grpSp>
          <p:nvGrpSpPr>
            <p:cNvPr id="60" name="Group 59">
              <a:extLst>
                <a:ext uri="{FF2B5EF4-FFF2-40B4-BE49-F238E27FC236}">
                  <a16:creationId xmlns:a16="http://schemas.microsoft.com/office/drawing/2014/main" id="{217A64ED-E795-55CD-CAF9-79AB3050FBC2}"/>
                </a:ext>
              </a:extLst>
            </p:cNvPr>
            <p:cNvGrpSpPr/>
            <p:nvPr/>
          </p:nvGrpSpPr>
          <p:grpSpPr>
            <a:xfrm>
              <a:off x="981435" y="17874511"/>
              <a:ext cx="9975218" cy="11291855"/>
              <a:chOff x="981435" y="17874511"/>
              <a:chExt cx="9975218" cy="11291855"/>
            </a:xfrm>
          </p:grpSpPr>
          <p:pic>
            <p:nvPicPr>
              <p:cNvPr id="30" name="Picture 29">
                <a:extLst>
                  <a:ext uri="{FF2B5EF4-FFF2-40B4-BE49-F238E27FC236}">
                    <a16:creationId xmlns:a16="http://schemas.microsoft.com/office/drawing/2014/main" id="{36E51969-6E8F-FA78-FBB3-1AE30B722B85}"/>
                  </a:ext>
                </a:extLst>
              </p:cNvPr>
              <p:cNvPicPr>
                <a:picLocks noChangeAspect="1"/>
              </p:cNvPicPr>
              <p:nvPr/>
            </p:nvPicPr>
            <p:blipFill>
              <a:blip r:embed="rId12"/>
              <a:stretch>
                <a:fillRect/>
              </a:stretch>
            </p:blipFill>
            <p:spPr>
              <a:xfrm>
                <a:off x="1045428" y="17874511"/>
                <a:ext cx="2324100" cy="2108200"/>
              </a:xfrm>
              <a:prstGeom prst="rect">
                <a:avLst/>
              </a:prstGeom>
            </p:spPr>
          </p:pic>
          <p:pic>
            <p:nvPicPr>
              <p:cNvPr id="31" name="Picture 30">
                <a:extLst>
                  <a:ext uri="{FF2B5EF4-FFF2-40B4-BE49-F238E27FC236}">
                    <a16:creationId xmlns:a16="http://schemas.microsoft.com/office/drawing/2014/main" id="{55C4B0CC-3D06-3FE5-08F4-B7A395F491D4}"/>
                  </a:ext>
                </a:extLst>
              </p:cNvPr>
              <p:cNvPicPr>
                <a:picLocks noChangeAspect="1"/>
              </p:cNvPicPr>
              <p:nvPr/>
            </p:nvPicPr>
            <p:blipFill>
              <a:blip r:embed="rId13"/>
              <a:stretch>
                <a:fillRect/>
              </a:stretch>
            </p:blipFill>
            <p:spPr>
              <a:xfrm>
                <a:off x="4460346" y="17874512"/>
                <a:ext cx="2336800" cy="2108200"/>
              </a:xfrm>
              <a:prstGeom prst="rect">
                <a:avLst/>
              </a:prstGeom>
            </p:spPr>
          </p:pic>
          <p:pic>
            <p:nvPicPr>
              <p:cNvPr id="33" name="Picture 32">
                <a:extLst>
                  <a:ext uri="{FF2B5EF4-FFF2-40B4-BE49-F238E27FC236}">
                    <a16:creationId xmlns:a16="http://schemas.microsoft.com/office/drawing/2014/main" id="{824BEB4A-4A31-D80F-DF2D-6099075C6B8B}"/>
                  </a:ext>
                </a:extLst>
              </p:cNvPr>
              <p:cNvPicPr>
                <a:picLocks noChangeAspect="1"/>
              </p:cNvPicPr>
              <p:nvPr/>
            </p:nvPicPr>
            <p:blipFill>
              <a:blip r:embed="rId14"/>
              <a:stretch>
                <a:fillRect/>
              </a:stretch>
            </p:blipFill>
            <p:spPr>
              <a:xfrm>
                <a:off x="7892271" y="17936630"/>
                <a:ext cx="2324100" cy="2108200"/>
              </a:xfrm>
              <a:prstGeom prst="rect">
                <a:avLst/>
              </a:prstGeom>
            </p:spPr>
          </p:pic>
          <p:pic>
            <p:nvPicPr>
              <p:cNvPr id="35" name="Picture 34">
                <a:extLst>
                  <a:ext uri="{FF2B5EF4-FFF2-40B4-BE49-F238E27FC236}">
                    <a16:creationId xmlns:a16="http://schemas.microsoft.com/office/drawing/2014/main" id="{8FA3BC53-2ABF-900B-FDE0-F3C19C6668F3}"/>
                  </a:ext>
                </a:extLst>
              </p:cNvPr>
              <p:cNvPicPr>
                <a:picLocks noChangeAspect="1"/>
              </p:cNvPicPr>
              <p:nvPr/>
            </p:nvPicPr>
            <p:blipFill>
              <a:blip r:embed="rId15"/>
              <a:stretch>
                <a:fillRect/>
              </a:stretch>
            </p:blipFill>
            <p:spPr>
              <a:xfrm>
                <a:off x="981435" y="21649104"/>
                <a:ext cx="2324100" cy="2108200"/>
              </a:xfrm>
              <a:prstGeom prst="rect">
                <a:avLst/>
              </a:prstGeom>
            </p:spPr>
          </p:pic>
          <p:pic>
            <p:nvPicPr>
              <p:cNvPr id="36" name="Picture 35">
                <a:extLst>
                  <a:ext uri="{FF2B5EF4-FFF2-40B4-BE49-F238E27FC236}">
                    <a16:creationId xmlns:a16="http://schemas.microsoft.com/office/drawing/2014/main" id="{D29FEC43-52C8-8076-178D-7FAA89701DEB}"/>
                  </a:ext>
                </a:extLst>
              </p:cNvPr>
              <p:cNvPicPr>
                <a:picLocks noChangeAspect="1"/>
              </p:cNvPicPr>
              <p:nvPr/>
            </p:nvPicPr>
            <p:blipFill>
              <a:blip r:embed="rId16"/>
              <a:stretch>
                <a:fillRect/>
              </a:stretch>
            </p:blipFill>
            <p:spPr>
              <a:xfrm>
                <a:off x="4502153" y="21605120"/>
                <a:ext cx="2336800" cy="2108200"/>
              </a:xfrm>
              <a:prstGeom prst="rect">
                <a:avLst/>
              </a:prstGeom>
            </p:spPr>
          </p:pic>
          <p:pic>
            <p:nvPicPr>
              <p:cNvPr id="39" name="Picture 38">
                <a:extLst>
                  <a:ext uri="{FF2B5EF4-FFF2-40B4-BE49-F238E27FC236}">
                    <a16:creationId xmlns:a16="http://schemas.microsoft.com/office/drawing/2014/main" id="{A90C3503-7F4D-B601-34B0-EF16288812BA}"/>
                  </a:ext>
                </a:extLst>
              </p:cNvPr>
              <p:cNvPicPr>
                <a:picLocks noChangeAspect="1"/>
              </p:cNvPicPr>
              <p:nvPr/>
            </p:nvPicPr>
            <p:blipFill>
              <a:blip r:embed="rId17"/>
              <a:stretch>
                <a:fillRect/>
              </a:stretch>
            </p:blipFill>
            <p:spPr>
              <a:xfrm>
                <a:off x="7867448" y="21600873"/>
                <a:ext cx="2324100" cy="2108200"/>
              </a:xfrm>
              <a:prstGeom prst="rect">
                <a:avLst/>
              </a:prstGeom>
            </p:spPr>
          </p:pic>
          <p:pic>
            <p:nvPicPr>
              <p:cNvPr id="40" name="Picture 39">
                <a:extLst>
                  <a:ext uri="{FF2B5EF4-FFF2-40B4-BE49-F238E27FC236}">
                    <a16:creationId xmlns:a16="http://schemas.microsoft.com/office/drawing/2014/main" id="{5B0D2AE2-90B6-7C01-CE2A-3D549B49510A}"/>
                  </a:ext>
                </a:extLst>
              </p:cNvPr>
              <p:cNvPicPr>
                <a:picLocks noChangeAspect="1"/>
              </p:cNvPicPr>
              <p:nvPr/>
            </p:nvPicPr>
            <p:blipFill>
              <a:blip r:embed="rId18"/>
              <a:stretch>
                <a:fillRect/>
              </a:stretch>
            </p:blipFill>
            <p:spPr>
              <a:xfrm>
                <a:off x="1034201" y="25643153"/>
                <a:ext cx="2324100" cy="2108200"/>
              </a:xfrm>
              <a:prstGeom prst="rect">
                <a:avLst/>
              </a:prstGeom>
            </p:spPr>
          </p:pic>
          <p:pic>
            <p:nvPicPr>
              <p:cNvPr id="41" name="Picture 40">
                <a:extLst>
                  <a:ext uri="{FF2B5EF4-FFF2-40B4-BE49-F238E27FC236}">
                    <a16:creationId xmlns:a16="http://schemas.microsoft.com/office/drawing/2014/main" id="{FD4DDEF7-3EB7-83E9-6E38-B599BC44B609}"/>
                  </a:ext>
                </a:extLst>
              </p:cNvPr>
              <p:cNvPicPr>
                <a:picLocks noChangeAspect="1"/>
              </p:cNvPicPr>
              <p:nvPr/>
            </p:nvPicPr>
            <p:blipFill>
              <a:blip r:embed="rId19"/>
              <a:stretch>
                <a:fillRect/>
              </a:stretch>
            </p:blipFill>
            <p:spPr>
              <a:xfrm>
                <a:off x="4540072" y="25643153"/>
                <a:ext cx="2336800" cy="2108200"/>
              </a:xfrm>
              <a:prstGeom prst="rect">
                <a:avLst/>
              </a:prstGeom>
            </p:spPr>
          </p:pic>
          <p:pic>
            <p:nvPicPr>
              <p:cNvPr id="42" name="Picture 41">
                <a:extLst>
                  <a:ext uri="{FF2B5EF4-FFF2-40B4-BE49-F238E27FC236}">
                    <a16:creationId xmlns:a16="http://schemas.microsoft.com/office/drawing/2014/main" id="{79E80047-5CEB-F4A9-6AD3-C7AECB2F57A5}"/>
                  </a:ext>
                </a:extLst>
              </p:cNvPr>
              <p:cNvPicPr>
                <a:picLocks noChangeAspect="1"/>
              </p:cNvPicPr>
              <p:nvPr/>
            </p:nvPicPr>
            <p:blipFill>
              <a:blip r:embed="rId20"/>
              <a:stretch>
                <a:fillRect/>
              </a:stretch>
            </p:blipFill>
            <p:spPr>
              <a:xfrm>
                <a:off x="7931858" y="25643153"/>
                <a:ext cx="2324100" cy="2108200"/>
              </a:xfrm>
              <a:prstGeom prst="rect">
                <a:avLst/>
              </a:prstGeom>
            </p:spPr>
          </p:pic>
          <p:pic>
            <p:nvPicPr>
              <p:cNvPr id="45" name="Picture 44">
                <a:extLst>
                  <a:ext uri="{FF2B5EF4-FFF2-40B4-BE49-F238E27FC236}">
                    <a16:creationId xmlns:a16="http://schemas.microsoft.com/office/drawing/2014/main" id="{AB0A0C3B-7EDF-A995-CC33-24B6998FEFB6}"/>
                  </a:ext>
                </a:extLst>
              </p:cNvPr>
              <p:cNvPicPr>
                <a:picLocks noChangeAspect="1"/>
              </p:cNvPicPr>
              <p:nvPr/>
            </p:nvPicPr>
            <p:blipFill>
              <a:blip r:embed="rId21"/>
              <a:srcRect t="10229"/>
              <a:stretch>
                <a:fillRect/>
              </a:stretch>
            </p:blipFill>
            <p:spPr>
              <a:xfrm flipV="1">
                <a:off x="1665681" y="19365356"/>
                <a:ext cx="2582477" cy="2006849"/>
              </a:xfrm>
              <a:prstGeom prst="rect">
                <a:avLst/>
              </a:prstGeom>
            </p:spPr>
          </p:pic>
          <p:pic>
            <p:nvPicPr>
              <p:cNvPr id="49" name="Picture 48">
                <a:extLst>
                  <a:ext uri="{FF2B5EF4-FFF2-40B4-BE49-F238E27FC236}">
                    <a16:creationId xmlns:a16="http://schemas.microsoft.com/office/drawing/2014/main" id="{ECE826B6-F487-87D2-7002-86A6F8096E9F}"/>
                  </a:ext>
                </a:extLst>
              </p:cNvPr>
              <p:cNvPicPr>
                <a:picLocks noChangeAspect="1"/>
              </p:cNvPicPr>
              <p:nvPr/>
            </p:nvPicPr>
            <p:blipFill>
              <a:blip r:embed="rId22"/>
              <a:srcRect t="8014"/>
              <a:stretch>
                <a:fillRect/>
              </a:stretch>
            </p:blipFill>
            <p:spPr>
              <a:xfrm flipV="1">
                <a:off x="4968545" y="19403611"/>
                <a:ext cx="2565400" cy="2073774"/>
              </a:xfrm>
              <a:prstGeom prst="rect">
                <a:avLst/>
              </a:prstGeom>
            </p:spPr>
          </p:pic>
          <p:pic>
            <p:nvPicPr>
              <p:cNvPr id="52" name="Picture 51">
                <a:extLst>
                  <a:ext uri="{FF2B5EF4-FFF2-40B4-BE49-F238E27FC236}">
                    <a16:creationId xmlns:a16="http://schemas.microsoft.com/office/drawing/2014/main" id="{28DEF1D4-E03D-70AB-EFF6-48CC9374DA13}"/>
                  </a:ext>
                </a:extLst>
              </p:cNvPr>
              <p:cNvPicPr>
                <a:picLocks noChangeAspect="1"/>
              </p:cNvPicPr>
              <p:nvPr/>
            </p:nvPicPr>
            <p:blipFill>
              <a:blip r:embed="rId23"/>
              <a:srcRect t="10164"/>
              <a:stretch>
                <a:fillRect/>
              </a:stretch>
            </p:blipFill>
            <p:spPr>
              <a:xfrm flipV="1">
                <a:off x="8331681" y="19418673"/>
                <a:ext cx="2605928" cy="2086804"/>
              </a:xfrm>
              <a:prstGeom prst="rect">
                <a:avLst/>
              </a:prstGeom>
            </p:spPr>
          </p:pic>
          <p:pic>
            <p:nvPicPr>
              <p:cNvPr id="53" name="Picture 52">
                <a:extLst>
                  <a:ext uri="{FF2B5EF4-FFF2-40B4-BE49-F238E27FC236}">
                    <a16:creationId xmlns:a16="http://schemas.microsoft.com/office/drawing/2014/main" id="{088BE992-2104-0206-3327-A751FE23F02E}"/>
                  </a:ext>
                </a:extLst>
              </p:cNvPr>
              <p:cNvPicPr>
                <a:picLocks noChangeAspect="1"/>
              </p:cNvPicPr>
              <p:nvPr/>
            </p:nvPicPr>
            <p:blipFill>
              <a:blip r:embed="rId24"/>
              <a:srcRect t="8706"/>
              <a:stretch>
                <a:fillRect/>
              </a:stretch>
            </p:blipFill>
            <p:spPr>
              <a:xfrm flipV="1">
                <a:off x="1623024" y="23158413"/>
                <a:ext cx="2650788" cy="2108200"/>
              </a:xfrm>
              <a:prstGeom prst="rect">
                <a:avLst/>
              </a:prstGeom>
            </p:spPr>
          </p:pic>
          <p:pic>
            <p:nvPicPr>
              <p:cNvPr id="54" name="Picture 53">
                <a:extLst>
                  <a:ext uri="{FF2B5EF4-FFF2-40B4-BE49-F238E27FC236}">
                    <a16:creationId xmlns:a16="http://schemas.microsoft.com/office/drawing/2014/main" id="{7013B18D-7B2C-CC91-A11E-BBAB8215D24C}"/>
                  </a:ext>
                </a:extLst>
              </p:cNvPr>
              <p:cNvPicPr>
                <a:picLocks noChangeAspect="1"/>
              </p:cNvPicPr>
              <p:nvPr/>
            </p:nvPicPr>
            <p:blipFill>
              <a:blip r:embed="rId25"/>
              <a:srcRect t="8706"/>
              <a:stretch>
                <a:fillRect/>
              </a:stretch>
            </p:blipFill>
            <p:spPr>
              <a:xfrm flipV="1">
                <a:off x="5003910" y="23148450"/>
                <a:ext cx="2565400" cy="2118163"/>
              </a:xfrm>
              <a:prstGeom prst="rect">
                <a:avLst/>
              </a:prstGeom>
            </p:spPr>
          </p:pic>
          <p:pic>
            <p:nvPicPr>
              <p:cNvPr id="56" name="Picture 55">
                <a:extLst>
                  <a:ext uri="{FF2B5EF4-FFF2-40B4-BE49-F238E27FC236}">
                    <a16:creationId xmlns:a16="http://schemas.microsoft.com/office/drawing/2014/main" id="{93BBB9E3-560E-FF8B-DDEB-255FC551A4CD}"/>
                  </a:ext>
                </a:extLst>
              </p:cNvPr>
              <p:cNvPicPr>
                <a:picLocks noChangeAspect="1"/>
              </p:cNvPicPr>
              <p:nvPr/>
            </p:nvPicPr>
            <p:blipFill>
              <a:blip r:embed="rId26"/>
              <a:srcRect t="7868"/>
              <a:stretch>
                <a:fillRect/>
              </a:stretch>
            </p:blipFill>
            <p:spPr>
              <a:xfrm flipV="1">
                <a:off x="8376743" y="23179807"/>
                <a:ext cx="2565400" cy="2086806"/>
              </a:xfrm>
              <a:prstGeom prst="rect">
                <a:avLst/>
              </a:prstGeom>
            </p:spPr>
          </p:pic>
          <p:pic>
            <p:nvPicPr>
              <p:cNvPr id="57" name="Picture 56">
                <a:extLst>
                  <a:ext uri="{FF2B5EF4-FFF2-40B4-BE49-F238E27FC236}">
                    <a16:creationId xmlns:a16="http://schemas.microsoft.com/office/drawing/2014/main" id="{C872D1B6-BE38-35EE-0DFF-392C6AFBAD32}"/>
                  </a:ext>
                </a:extLst>
              </p:cNvPr>
              <p:cNvPicPr>
                <a:picLocks noChangeAspect="1"/>
              </p:cNvPicPr>
              <p:nvPr/>
            </p:nvPicPr>
            <p:blipFill>
              <a:blip r:embed="rId27"/>
              <a:srcRect t="8706"/>
              <a:stretch>
                <a:fillRect/>
              </a:stretch>
            </p:blipFill>
            <p:spPr>
              <a:xfrm flipV="1">
                <a:off x="1678014" y="27068049"/>
                <a:ext cx="2587741" cy="2098317"/>
              </a:xfrm>
              <a:prstGeom prst="rect">
                <a:avLst/>
              </a:prstGeom>
            </p:spPr>
          </p:pic>
          <p:pic>
            <p:nvPicPr>
              <p:cNvPr id="58" name="Picture 57">
                <a:extLst>
                  <a:ext uri="{FF2B5EF4-FFF2-40B4-BE49-F238E27FC236}">
                    <a16:creationId xmlns:a16="http://schemas.microsoft.com/office/drawing/2014/main" id="{D6F2B061-E634-394E-D86B-CC16206A003A}"/>
                  </a:ext>
                </a:extLst>
              </p:cNvPr>
              <p:cNvPicPr>
                <a:picLocks noChangeAspect="1"/>
              </p:cNvPicPr>
              <p:nvPr/>
            </p:nvPicPr>
            <p:blipFill>
              <a:blip r:embed="rId28"/>
              <a:srcRect t="8706"/>
              <a:stretch>
                <a:fillRect/>
              </a:stretch>
            </p:blipFill>
            <p:spPr>
              <a:xfrm flipV="1">
                <a:off x="5072227" y="27019643"/>
                <a:ext cx="2565400" cy="2098317"/>
              </a:xfrm>
              <a:prstGeom prst="rect">
                <a:avLst/>
              </a:prstGeom>
            </p:spPr>
          </p:pic>
          <p:pic>
            <p:nvPicPr>
              <p:cNvPr id="59" name="Picture 58">
                <a:extLst>
                  <a:ext uri="{FF2B5EF4-FFF2-40B4-BE49-F238E27FC236}">
                    <a16:creationId xmlns:a16="http://schemas.microsoft.com/office/drawing/2014/main" id="{672860D2-3CB1-758E-B8AF-35CF4D6E079D}"/>
                  </a:ext>
                </a:extLst>
              </p:cNvPr>
              <p:cNvPicPr>
                <a:picLocks noChangeAspect="1"/>
              </p:cNvPicPr>
              <p:nvPr/>
            </p:nvPicPr>
            <p:blipFill>
              <a:blip r:embed="rId29"/>
              <a:srcRect t="72759" r="29371" b="1927"/>
              <a:stretch>
                <a:fillRect/>
              </a:stretch>
            </p:blipFill>
            <p:spPr>
              <a:xfrm flipV="1">
                <a:off x="8394181" y="27009760"/>
                <a:ext cx="2562472" cy="2108200"/>
              </a:xfrm>
              <a:prstGeom prst="rect">
                <a:avLst/>
              </a:prstGeom>
            </p:spPr>
          </p:pic>
        </p:grpSp>
      </p:grpSp>
    </p:spTree>
  </p:cSld>
  <p:clrMapOvr>
    <a:masterClrMapping/>
  </p:clrMapOvr>
</p:sld>
</file>

<file path=ppt/theme/theme1.xml><?xml version="1.0" encoding="utf-8"?>
<a:theme xmlns:a="http://schemas.openxmlformats.org/drawingml/2006/main" name="Leere Präsentation">
  <a:themeElements>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eere Prä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defRPr>
        </a:defPPr>
      </a:lstStyle>
    </a:lnDef>
  </a:objectDefaults>
  <a:extraClrSchemeLst>
    <a:extraClrScheme>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ere Prä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ere Prä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ere Prä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ere Prä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ere Prä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ere Prä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ere Prä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ere Prä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ere Prä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ere Prä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ere Prä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803</TotalTime>
  <Words>1626</Words>
  <Application>Microsoft Macintosh PowerPoint</Application>
  <PresentationFormat>Custom</PresentationFormat>
  <Paragraphs>163</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ＭＳ Ｐゴシック</vt:lpstr>
      <vt:lpstr>Roboto Mono Web</vt:lpstr>
      <vt:lpstr>Aptos</vt:lpstr>
      <vt:lpstr>Arial</vt:lpstr>
      <vt:lpstr>Arial Black</vt:lpstr>
      <vt:lpstr>Calibri</vt:lpstr>
      <vt:lpstr>Leere Präsentation</vt:lpstr>
      <vt:lpstr>PowerPoint Presentation</vt:lpstr>
    </vt:vector>
  </TitlesOfParts>
  <Company>MPI für neurologische Forschung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MPIfnF MPG</dc:creator>
  <cp:lastModifiedBy>Judy Xiaotian Li</cp:lastModifiedBy>
  <cp:revision>54</cp:revision>
  <dcterms:created xsi:type="dcterms:W3CDTF">2008-04-03T07:31:16Z</dcterms:created>
  <dcterms:modified xsi:type="dcterms:W3CDTF">2025-11-25T08:17:36Z</dcterms:modified>
</cp:coreProperties>
</file>